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4" r:id="rId2"/>
    <p:sldId id="275" r:id="rId3"/>
    <p:sldId id="266" r:id="rId4"/>
    <p:sldId id="257" r:id="rId5"/>
    <p:sldId id="267" r:id="rId6"/>
    <p:sldId id="268" r:id="rId7"/>
    <p:sldId id="269" r:id="rId8"/>
    <p:sldId id="271" r:id="rId9"/>
    <p:sldId id="270" r:id="rId10"/>
    <p:sldId id="272" r:id="rId11"/>
    <p:sldId id="276" r:id="rId12"/>
    <p:sldId id="277" r:id="rId13"/>
    <p:sldId id="273"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4764D6-8BC6-6AEE-8602-F9642AA4CD05}" v="699" dt="2025-12-18T18:26:14.1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93" d="100"/>
          <a:sy n="93" d="100"/>
        </p:scale>
        <p:origin x="30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西川 楓真" userId="S::sdt2395gp0016@edu.sca.ac.jp::73045bb8-9ade-40ec-92ac-cafc669feaf0" providerId="AD" clId="Web-{544764D6-8BC6-6AEE-8602-F9642AA4CD05}"/>
    <pc:docChg chg="addSld delSld modSld sldOrd">
      <pc:chgData name="西川 楓真" userId="S::sdt2395gp0016@edu.sca.ac.jp::73045bb8-9ade-40ec-92ac-cafc669feaf0" providerId="AD" clId="Web-{544764D6-8BC6-6AEE-8602-F9642AA4CD05}" dt="2025-12-18T18:26:14.187" v="580"/>
      <pc:docMkLst>
        <pc:docMk/>
      </pc:docMkLst>
      <pc:sldChg chg="del">
        <pc:chgData name="西川 楓真" userId="S::sdt2395gp0016@edu.sca.ac.jp::73045bb8-9ade-40ec-92ac-cafc669feaf0" providerId="AD" clId="Web-{544764D6-8BC6-6AEE-8602-F9642AA4CD05}" dt="2025-12-18T16:39:23.859" v="84"/>
        <pc:sldMkLst>
          <pc:docMk/>
          <pc:sldMk cId="1673219951" sldId="258"/>
        </pc:sldMkLst>
      </pc:sldChg>
      <pc:sldChg chg="del">
        <pc:chgData name="西川 楓真" userId="S::sdt2395gp0016@edu.sca.ac.jp::73045bb8-9ade-40ec-92ac-cafc669feaf0" providerId="AD" clId="Web-{544764D6-8BC6-6AEE-8602-F9642AA4CD05}" dt="2025-12-18T16:39:22.874" v="83"/>
        <pc:sldMkLst>
          <pc:docMk/>
          <pc:sldMk cId="2100573860" sldId="260"/>
        </pc:sldMkLst>
      </pc:sldChg>
      <pc:sldChg chg="del">
        <pc:chgData name="西川 楓真" userId="S::sdt2395gp0016@edu.sca.ac.jp::73045bb8-9ade-40ec-92ac-cafc669feaf0" providerId="AD" clId="Web-{544764D6-8BC6-6AEE-8602-F9642AA4CD05}" dt="2025-12-18T16:39:21.765" v="82"/>
        <pc:sldMkLst>
          <pc:docMk/>
          <pc:sldMk cId="3464825203" sldId="261"/>
        </pc:sldMkLst>
      </pc:sldChg>
      <pc:sldChg chg="del">
        <pc:chgData name="西川 楓真" userId="S::sdt2395gp0016@edu.sca.ac.jp::73045bb8-9ade-40ec-92ac-cafc669feaf0" providerId="AD" clId="Web-{544764D6-8BC6-6AEE-8602-F9642AA4CD05}" dt="2025-12-18T16:39:20.359" v="81"/>
        <pc:sldMkLst>
          <pc:docMk/>
          <pc:sldMk cId="3460234443" sldId="262"/>
        </pc:sldMkLst>
      </pc:sldChg>
      <pc:sldChg chg="del">
        <pc:chgData name="西川 楓真" userId="S::sdt2395gp0016@edu.sca.ac.jp::73045bb8-9ade-40ec-92ac-cafc669feaf0" providerId="AD" clId="Web-{544764D6-8BC6-6AEE-8602-F9642AA4CD05}" dt="2025-12-18T16:39:19.093" v="80"/>
        <pc:sldMkLst>
          <pc:docMk/>
          <pc:sldMk cId="2166365457" sldId="263"/>
        </pc:sldMkLst>
      </pc:sldChg>
      <pc:sldChg chg="addSp delSp modSp">
        <pc:chgData name="西川 楓真" userId="S::sdt2395gp0016@edu.sca.ac.jp::73045bb8-9ade-40ec-92ac-cafc669feaf0" providerId="AD" clId="Web-{544764D6-8BC6-6AEE-8602-F9642AA4CD05}" dt="2025-12-18T16:46:22.088" v="178"/>
        <pc:sldMkLst>
          <pc:docMk/>
          <pc:sldMk cId="2352901465" sldId="270"/>
        </pc:sldMkLst>
        <pc:spChg chg="mod">
          <ac:chgData name="西川 楓真" userId="S::sdt2395gp0016@edu.sca.ac.jp::73045bb8-9ade-40ec-92ac-cafc669feaf0" providerId="AD" clId="Web-{544764D6-8BC6-6AEE-8602-F9642AA4CD05}" dt="2025-12-18T16:35:02.181" v="24" actId="20577"/>
          <ac:spMkLst>
            <pc:docMk/>
            <pc:sldMk cId="2352901465" sldId="270"/>
            <ac:spMk id="3" creationId="{81DC0F0A-1527-4642-A1A0-5BD00B17C73E}"/>
          </ac:spMkLst>
        </pc:spChg>
        <pc:spChg chg="add del mod">
          <ac:chgData name="西川 楓真" userId="S::sdt2395gp0016@edu.sca.ac.jp::73045bb8-9ade-40ec-92ac-cafc669feaf0" providerId="AD" clId="Web-{544764D6-8BC6-6AEE-8602-F9642AA4CD05}" dt="2025-12-18T16:35:46.261" v="28"/>
          <ac:spMkLst>
            <pc:docMk/>
            <pc:sldMk cId="2352901465" sldId="270"/>
            <ac:spMk id="4" creationId="{F0D27FC6-2E09-1F78-AAE7-2B1A739AB683}"/>
          </ac:spMkLst>
        </pc:spChg>
        <pc:spChg chg="add del mod">
          <ac:chgData name="西川 楓真" userId="S::sdt2395gp0016@edu.sca.ac.jp::73045bb8-9ade-40ec-92ac-cafc669feaf0" providerId="AD" clId="Web-{544764D6-8BC6-6AEE-8602-F9642AA4CD05}" dt="2025-12-18T16:42:10.705" v="101"/>
          <ac:spMkLst>
            <pc:docMk/>
            <pc:sldMk cId="2352901465" sldId="270"/>
            <ac:spMk id="5" creationId="{7BC05198-E5C2-06C4-0636-AEAFA1681AF1}"/>
          </ac:spMkLst>
        </pc:spChg>
        <pc:spChg chg="add mod">
          <ac:chgData name="西川 楓真" userId="S::sdt2395gp0016@edu.sca.ac.jp::73045bb8-9ade-40ec-92ac-cafc669feaf0" providerId="AD" clId="Web-{544764D6-8BC6-6AEE-8602-F9642AA4CD05}" dt="2025-12-18T16:44:52.723" v="154" actId="14100"/>
          <ac:spMkLst>
            <pc:docMk/>
            <pc:sldMk cId="2352901465" sldId="270"/>
            <ac:spMk id="6" creationId="{6517C78E-A450-51D1-AAB9-50FBC86B7C18}"/>
          </ac:spMkLst>
        </pc:spChg>
        <pc:spChg chg="add mod">
          <ac:chgData name="西川 楓真" userId="S::sdt2395gp0016@edu.sca.ac.jp::73045bb8-9ade-40ec-92ac-cafc669feaf0" providerId="AD" clId="Web-{544764D6-8BC6-6AEE-8602-F9642AA4CD05}" dt="2025-12-18T16:44:24.769" v="149" actId="20577"/>
          <ac:spMkLst>
            <pc:docMk/>
            <pc:sldMk cId="2352901465" sldId="270"/>
            <ac:spMk id="7" creationId="{32F7A7DF-79E3-F73A-7431-51BA4C213209}"/>
          </ac:spMkLst>
        </pc:spChg>
        <pc:spChg chg="add mod">
          <ac:chgData name="西川 楓真" userId="S::sdt2395gp0016@edu.sca.ac.jp::73045bb8-9ade-40ec-92ac-cafc669feaf0" providerId="AD" clId="Web-{544764D6-8BC6-6AEE-8602-F9642AA4CD05}" dt="2025-12-18T16:44:16.207" v="145" actId="20577"/>
          <ac:spMkLst>
            <pc:docMk/>
            <pc:sldMk cId="2352901465" sldId="270"/>
            <ac:spMk id="8" creationId="{DF6C8FBB-0BB7-41C0-9D72-2B7DE8493FF6}"/>
          </ac:spMkLst>
        </pc:spChg>
        <pc:spChg chg="add mod">
          <ac:chgData name="西川 楓真" userId="S::sdt2395gp0016@edu.sca.ac.jp::73045bb8-9ade-40ec-92ac-cafc669feaf0" providerId="AD" clId="Web-{544764D6-8BC6-6AEE-8602-F9642AA4CD05}" dt="2025-12-18T16:45:43.226" v="174" actId="1076"/>
          <ac:spMkLst>
            <pc:docMk/>
            <pc:sldMk cId="2352901465" sldId="270"/>
            <ac:spMk id="10" creationId="{A73C2873-9D29-8085-389E-9CE0C6770ECE}"/>
          </ac:spMkLst>
        </pc:spChg>
        <pc:picChg chg="mod">
          <ac:chgData name="西川 楓真" userId="S::sdt2395gp0016@edu.sca.ac.jp::73045bb8-9ade-40ec-92ac-cafc669feaf0" providerId="AD" clId="Web-{544764D6-8BC6-6AEE-8602-F9642AA4CD05}" dt="2025-12-18T16:36:49.215" v="47" actId="1076"/>
          <ac:picMkLst>
            <pc:docMk/>
            <pc:sldMk cId="2352901465" sldId="270"/>
            <ac:picMk id="9" creationId="{A93330EE-6B8B-4FFC-8E4B-B735DA4812A0}"/>
          </ac:picMkLst>
        </pc:picChg>
        <pc:picChg chg="mod">
          <ac:chgData name="西川 楓真" userId="S::sdt2395gp0016@edu.sca.ac.jp::73045bb8-9ade-40ec-92ac-cafc669feaf0" providerId="AD" clId="Web-{544764D6-8BC6-6AEE-8602-F9642AA4CD05}" dt="2025-12-18T16:40:57.563" v="89" actId="1076"/>
          <ac:picMkLst>
            <pc:docMk/>
            <pc:sldMk cId="2352901465" sldId="270"/>
            <ac:picMk id="11" creationId="{E04B0BCC-12B7-4E53-A05B-B703B1B789F0}"/>
          </ac:picMkLst>
        </pc:picChg>
        <pc:picChg chg="add del mod">
          <ac:chgData name="西川 楓真" userId="S::sdt2395gp0016@edu.sca.ac.jp::73045bb8-9ade-40ec-92ac-cafc669feaf0" providerId="AD" clId="Web-{544764D6-8BC6-6AEE-8602-F9642AA4CD05}" dt="2025-12-18T16:46:22.088" v="178"/>
          <ac:picMkLst>
            <pc:docMk/>
            <pc:sldMk cId="2352901465" sldId="270"/>
            <ac:picMk id="12" creationId="{88416E08-D9FB-2434-53B4-1621F822F717}"/>
          </ac:picMkLst>
        </pc:picChg>
      </pc:sldChg>
      <pc:sldChg chg="addSp delSp modSp add ord replId">
        <pc:chgData name="西川 楓真" userId="S::sdt2395gp0016@edu.sca.ac.jp::73045bb8-9ade-40ec-92ac-cafc669feaf0" providerId="AD" clId="Web-{544764D6-8BC6-6AEE-8602-F9642AA4CD05}" dt="2025-12-18T17:57:35.650" v="388" actId="20577"/>
        <pc:sldMkLst>
          <pc:docMk/>
          <pc:sldMk cId="2682138417" sldId="271"/>
        </pc:sldMkLst>
        <pc:spChg chg="mod">
          <ac:chgData name="西川 楓真" userId="S::sdt2395gp0016@edu.sca.ac.jp::73045bb8-9ade-40ec-92ac-cafc669feaf0" providerId="AD" clId="Web-{544764D6-8BC6-6AEE-8602-F9642AA4CD05}" dt="2025-12-18T17:47:02.365" v="267" actId="1076"/>
          <ac:spMkLst>
            <pc:docMk/>
            <pc:sldMk cId="2682138417" sldId="271"/>
            <ac:spMk id="2" creationId="{F948EF0F-BA2E-3D9C-EFE5-F404BE762142}"/>
          </ac:spMkLst>
        </pc:spChg>
        <pc:spChg chg="mod">
          <ac:chgData name="西川 楓真" userId="S::sdt2395gp0016@edu.sca.ac.jp::73045bb8-9ade-40ec-92ac-cafc669feaf0" providerId="AD" clId="Web-{544764D6-8BC6-6AEE-8602-F9642AA4CD05}" dt="2025-12-18T17:33:33.143" v="246" actId="20577"/>
          <ac:spMkLst>
            <pc:docMk/>
            <pc:sldMk cId="2682138417" sldId="271"/>
            <ac:spMk id="3" creationId="{3A8A0949-2BFA-36B6-88A4-6BD275C3417F}"/>
          </ac:spMkLst>
        </pc:spChg>
        <pc:spChg chg="add mod">
          <ac:chgData name="西川 楓真" userId="S::sdt2395gp0016@edu.sca.ac.jp::73045bb8-9ade-40ec-92ac-cafc669feaf0" providerId="AD" clId="Web-{544764D6-8BC6-6AEE-8602-F9642AA4CD05}" dt="2025-12-18T17:47:21.319" v="270" actId="20577"/>
          <ac:spMkLst>
            <pc:docMk/>
            <pc:sldMk cId="2682138417" sldId="271"/>
            <ac:spMk id="5" creationId="{C81615F2-4AF8-7291-742E-66BBC61C795C}"/>
          </ac:spMkLst>
        </pc:spChg>
        <pc:spChg chg="del">
          <ac:chgData name="西川 楓真" userId="S::sdt2395gp0016@edu.sca.ac.jp::73045bb8-9ade-40ec-92ac-cafc669feaf0" providerId="AD" clId="Web-{544764D6-8BC6-6AEE-8602-F9642AA4CD05}" dt="2025-12-18T16:51:43.213" v="185"/>
          <ac:spMkLst>
            <pc:docMk/>
            <pc:sldMk cId="2682138417" sldId="271"/>
            <ac:spMk id="6" creationId="{1BF7B0F8-E5EC-7447-B740-7497E89D474A}"/>
          </ac:spMkLst>
        </pc:spChg>
        <pc:spChg chg="del">
          <ac:chgData name="西川 楓真" userId="S::sdt2395gp0016@edu.sca.ac.jp::73045bb8-9ade-40ec-92ac-cafc669feaf0" providerId="AD" clId="Web-{544764D6-8BC6-6AEE-8602-F9642AA4CD05}" dt="2025-12-18T16:51:37.432" v="183"/>
          <ac:spMkLst>
            <pc:docMk/>
            <pc:sldMk cId="2682138417" sldId="271"/>
            <ac:spMk id="7" creationId="{6A255011-B233-F525-B19C-D6498FAB0F53}"/>
          </ac:spMkLst>
        </pc:spChg>
        <pc:spChg chg="del">
          <ac:chgData name="西川 楓真" userId="S::sdt2395gp0016@edu.sca.ac.jp::73045bb8-9ade-40ec-92ac-cafc669feaf0" providerId="AD" clId="Web-{544764D6-8BC6-6AEE-8602-F9642AA4CD05}" dt="2025-12-18T16:51:40.275" v="184"/>
          <ac:spMkLst>
            <pc:docMk/>
            <pc:sldMk cId="2682138417" sldId="271"/>
            <ac:spMk id="8" creationId="{1565BD8F-69CF-9A70-FAE6-5E836A8441BE}"/>
          </ac:spMkLst>
        </pc:spChg>
        <pc:spChg chg="del">
          <ac:chgData name="西川 楓真" userId="S::sdt2395gp0016@edu.sca.ac.jp::73045bb8-9ade-40ec-92ac-cafc669feaf0" providerId="AD" clId="Web-{544764D6-8BC6-6AEE-8602-F9642AA4CD05}" dt="2025-12-18T16:51:46.322" v="186"/>
          <ac:spMkLst>
            <pc:docMk/>
            <pc:sldMk cId="2682138417" sldId="271"/>
            <ac:spMk id="10" creationId="{73581121-8B5B-2335-7EC2-D75AD54433A7}"/>
          </ac:spMkLst>
        </pc:spChg>
        <pc:spChg chg="add mod">
          <ac:chgData name="西川 楓真" userId="S::sdt2395gp0016@edu.sca.ac.jp::73045bb8-9ade-40ec-92ac-cafc669feaf0" providerId="AD" clId="Web-{544764D6-8BC6-6AEE-8602-F9642AA4CD05}" dt="2025-12-18T17:53:48.429" v="321" actId="14100"/>
          <ac:spMkLst>
            <pc:docMk/>
            <pc:sldMk cId="2682138417" sldId="271"/>
            <ac:spMk id="13" creationId="{B3CD38FD-099C-08F0-F076-5A4E6FC871C4}"/>
          </ac:spMkLst>
        </pc:spChg>
        <pc:spChg chg="add mod">
          <ac:chgData name="西川 楓真" userId="S::sdt2395gp0016@edu.sca.ac.jp::73045bb8-9ade-40ec-92ac-cafc669feaf0" providerId="AD" clId="Web-{544764D6-8BC6-6AEE-8602-F9642AA4CD05}" dt="2025-12-18T17:54:59.429" v="334" actId="1076"/>
          <ac:spMkLst>
            <pc:docMk/>
            <pc:sldMk cId="2682138417" sldId="271"/>
            <ac:spMk id="14" creationId="{06490069-1184-9722-1270-93E42FF63D5C}"/>
          </ac:spMkLst>
        </pc:spChg>
        <pc:spChg chg="add del mod">
          <ac:chgData name="西川 楓真" userId="S::sdt2395gp0016@edu.sca.ac.jp::73045bb8-9ade-40ec-92ac-cafc669feaf0" providerId="AD" clId="Web-{544764D6-8BC6-6AEE-8602-F9642AA4CD05}" dt="2025-12-18T17:55:41.571" v="347"/>
          <ac:spMkLst>
            <pc:docMk/>
            <pc:sldMk cId="2682138417" sldId="271"/>
            <ac:spMk id="16" creationId="{78F2124F-1274-AB2E-089D-0A9292680A39}"/>
          </ac:spMkLst>
        </pc:spChg>
        <pc:spChg chg="add mod">
          <ac:chgData name="西川 楓真" userId="S::sdt2395gp0016@edu.sca.ac.jp::73045bb8-9ade-40ec-92ac-cafc669feaf0" providerId="AD" clId="Web-{544764D6-8BC6-6AEE-8602-F9642AA4CD05}" dt="2025-12-18T17:56:49.712" v="377" actId="1076"/>
          <ac:spMkLst>
            <pc:docMk/>
            <pc:sldMk cId="2682138417" sldId="271"/>
            <ac:spMk id="18" creationId="{1362EEDB-8E98-5B54-F874-D9D0C6081838}"/>
          </ac:spMkLst>
        </pc:spChg>
        <pc:spChg chg="add mod">
          <ac:chgData name="西川 楓真" userId="S::sdt2395gp0016@edu.sca.ac.jp::73045bb8-9ade-40ec-92ac-cafc669feaf0" providerId="AD" clId="Web-{544764D6-8BC6-6AEE-8602-F9642AA4CD05}" dt="2025-12-18T17:57:35.650" v="388" actId="20577"/>
          <ac:spMkLst>
            <pc:docMk/>
            <pc:sldMk cId="2682138417" sldId="271"/>
            <ac:spMk id="20" creationId="{6F9E5B8B-C08B-414E-18D4-745A0FD2CF1F}"/>
          </ac:spMkLst>
        </pc:spChg>
        <pc:picChg chg="mod">
          <ac:chgData name="西川 楓真" userId="S::sdt2395gp0016@edu.sca.ac.jp::73045bb8-9ade-40ec-92ac-cafc669feaf0" providerId="AD" clId="Web-{544764D6-8BC6-6AEE-8602-F9642AA4CD05}" dt="2025-12-18T17:57:08.025" v="382" actId="1076"/>
          <ac:picMkLst>
            <pc:docMk/>
            <pc:sldMk cId="2682138417" sldId="271"/>
            <ac:picMk id="9" creationId="{1C117327-97DC-1058-7503-72025617BD17}"/>
          </ac:picMkLst>
        </pc:picChg>
        <pc:picChg chg="del">
          <ac:chgData name="西川 楓真" userId="S::sdt2395gp0016@edu.sca.ac.jp::73045bb8-9ade-40ec-92ac-cafc669feaf0" providerId="AD" clId="Web-{544764D6-8BC6-6AEE-8602-F9642AA4CD05}" dt="2025-12-18T16:51:33.056" v="182"/>
          <ac:picMkLst>
            <pc:docMk/>
            <pc:sldMk cId="2682138417" sldId="271"/>
            <ac:picMk id="11" creationId="{5ABF8922-ABAB-1B38-E8BE-6D11C35A4EEB}"/>
          </ac:picMkLst>
        </pc:picChg>
        <pc:picChg chg="add del">
          <ac:chgData name="西川 楓真" userId="S::sdt2395gp0016@edu.sca.ac.jp::73045bb8-9ade-40ec-92ac-cafc669feaf0" providerId="AD" clId="Web-{544764D6-8BC6-6AEE-8602-F9642AA4CD05}" dt="2025-12-18T17:56:58.290" v="379"/>
          <ac:picMkLst>
            <pc:docMk/>
            <pc:sldMk cId="2682138417" sldId="271"/>
            <ac:picMk id="19" creationId="{AC503217-6817-A218-42A5-78F37EF0376B}"/>
          </ac:picMkLst>
        </pc:picChg>
      </pc:sldChg>
      <pc:sldChg chg="addSp delSp modSp new">
        <pc:chgData name="西川 楓真" userId="S::sdt2395gp0016@edu.sca.ac.jp::73045bb8-9ade-40ec-92ac-cafc669feaf0" providerId="AD" clId="Web-{544764D6-8BC6-6AEE-8602-F9642AA4CD05}" dt="2025-12-18T18:25:44.234" v="577" actId="14100"/>
        <pc:sldMkLst>
          <pc:docMk/>
          <pc:sldMk cId="2264894672" sldId="272"/>
        </pc:sldMkLst>
        <pc:spChg chg="mod">
          <ac:chgData name="西川 楓真" userId="S::sdt2395gp0016@edu.sca.ac.jp::73045bb8-9ade-40ec-92ac-cafc669feaf0" providerId="AD" clId="Web-{544764D6-8BC6-6AEE-8602-F9642AA4CD05}" dt="2025-12-18T18:07:09.634" v="406" actId="20577"/>
          <ac:spMkLst>
            <pc:docMk/>
            <pc:sldMk cId="2264894672" sldId="272"/>
            <ac:spMk id="2" creationId="{5158EFB3-9A7E-49FD-025F-4C3288F22738}"/>
          </ac:spMkLst>
        </pc:spChg>
        <pc:spChg chg="mod">
          <ac:chgData name="西川 楓真" userId="S::sdt2395gp0016@edu.sca.ac.jp::73045bb8-9ade-40ec-92ac-cafc669feaf0" providerId="AD" clId="Web-{544764D6-8BC6-6AEE-8602-F9642AA4CD05}" dt="2025-12-18T18:20:13.215" v="536" actId="20577"/>
          <ac:spMkLst>
            <pc:docMk/>
            <pc:sldMk cId="2264894672" sldId="272"/>
            <ac:spMk id="3" creationId="{784D736B-89AF-ED44-FF58-AC1E2C735A78}"/>
          </ac:spMkLst>
        </pc:spChg>
        <pc:spChg chg="add mod">
          <ac:chgData name="西川 楓真" userId="S::sdt2395gp0016@edu.sca.ac.jp::73045bb8-9ade-40ec-92ac-cafc669feaf0" providerId="AD" clId="Web-{544764D6-8BC6-6AEE-8602-F9642AA4CD05}" dt="2025-12-18T18:21:45.294" v="546"/>
          <ac:spMkLst>
            <pc:docMk/>
            <pc:sldMk cId="2264894672" sldId="272"/>
            <ac:spMk id="6" creationId="{7E94E749-9FB2-FDD5-E7B7-E642FE115D89}"/>
          </ac:spMkLst>
        </pc:spChg>
        <pc:spChg chg="add del">
          <ac:chgData name="西川 楓真" userId="S::sdt2395gp0016@edu.sca.ac.jp::73045bb8-9ade-40ec-92ac-cafc669feaf0" providerId="AD" clId="Web-{544764D6-8BC6-6AEE-8602-F9642AA4CD05}" dt="2025-12-18T18:23:22.248" v="548"/>
          <ac:spMkLst>
            <pc:docMk/>
            <pc:sldMk cId="2264894672" sldId="272"/>
            <ac:spMk id="7" creationId="{35B9113C-7023-A496-35D9-50FA69FC92A8}"/>
          </ac:spMkLst>
        </pc:spChg>
        <pc:spChg chg="add mod">
          <ac:chgData name="西川 楓真" userId="S::sdt2395gp0016@edu.sca.ac.jp::73045bb8-9ade-40ec-92ac-cafc669feaf0" providerId="AD" clId="Web-{544764D6-8BC6-6AEE-8602-F9642AA4CD05}" dt="2025-12-18T18:24:52.578" v="559" actId="1076"/>
          <ac:spMkLst>
            <pc:docMk/>
            <pc:sldMk cId="2264894672" sldId="272"/>
            <ac:spMk id="8" creationId="{CAA2FEEE-7EFE-B900-59CC-FC814EFD8B6D}"/>
          </ac:spMkLst>
        </pc:spChg>
        <pc:spChg chg="add mod">
          <ac:chgData name="西川 楓真" userId="S::sdt2395gp0016@edu.sca.ac.jp::73045bb8-9ade-40ec-92ac-cafc669feaf0" providerId="AD" clId="Web-{544764D6-8BC6-6AEE-8602-F9642AA4CD05}" dt="2025-12-18T18:25:44.234" v="577" actId="14100"/>
          <ac:spMkLst>
            <pc:docMk/>
            <pc:sldMk cId="2264894672" sldId="272"/>
            <ac:spMk id="9" creationId="{8FD61AC8-7ED0-87CC-7319-0733A6CB71F6}"/>
          </ac:spMkLst>
        </pc:spChg>
        <pc:picChg chg="add ord">
          <ac:chgData name="西川 楓真" userId="S::sdt2395gp0016@edu.sca.ac.jp::73045bb8-9ade-40ec-92ac-cafc669feaf0" providerId="AD" clId="Web-{544764D6-8BC6-6AEE-8602-F9642AA4CD05}" dt="2025-12-18T17:58:47.228" v="391"/>
          <ac:picMkLst>
            <pc:docMk/>
            <pc:sldMk cId="2264894672" sldId="272"/>
            <ac:picMk id="5" creationId="{97BBC640-A06E-E007-9B08-853C8E29298F}"/>
          </ac:picMkLst>
        </pc:picChg>
      </pc:sldChg>
      <pc:sldChg chg="addSp modSp new">
        <pc:chgData name="西川 楓真" userId="S::sdt2395gp0016@edu.sca.ac.jp::73045bb8-9ade-40ec-92ac-cafc669feaf0" providerId="AD" clId="Web-{544764D6-8BC6-6AEE-8602-F9642AA4CD05}" dt="2025-12-18T18:26:14.187" v="580"/>
        <pc:sldMkLst>
          <pc:docMk/>
          <pc:sldMk cId="1868734530" sldId="273"/>
        </pc:sldMkLst>
        <pc:picChg chg="add ord">
          <ac:chgData name="西川 楓真" userId="S::sdt2395gp0016@edu.sca.ac.jp::73045bb8-9ade-40ec-92ac-cafc669feaf0" providerId="AD" clId="Web-{544764D6-8BC6-6AEE-8602-F9642AA4CD05}" dt="2025-12-18T18:26:14.187" v="580"/>
          <ac:picMkLst>
            <pc:docMk/>
            <pc:sldMk cId="1868734530" sldId="273"/>
            <ac:picMk id="5" creationId="{E037A573-C913-A590-F97A-E29A6D66B67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584BE7-E700-425B-B482-0521E0E6436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41A433C-7B3D-44A3-86F1-A61C088376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E38A2E7-35BA-4200-827E-1FC47D74F8F1}"/>
              </a:ext>
            </a:extLst>
          </p:cNvPr>
          <p:cNvSpPr>
            <a:spLocks noGrp="1"/>
          </p:cNvSpPr>
          <p:nvPr>
            <p:ph type="dt" sz="half" idx="10"/>
          </p:nvPr>
        </p:nvSpPr>
        <p:spPr/>
        <p:txBody>
          <a:bodyPr/>
          <a:lstStyle/>
          <a:p>
            <a:fld id="{C83DFB27-A473-4C82-9157-45B838AE13E7}" type="datetimeFigureOut">
              <a:rPr kumimoji="1" lang="ja-JP" altLang="en-US" smtClean="0"/>
              <a:t>2025/12/19</a:t>
            </a:fld>
            <a:endParaRPr kumimoji="1" lang="ja-JP" altLang="en-US"/>
          </a:p>
        </p:txBody>
      </p:sp>
      <p:sp>
        <p:nvSpPr>
          <p:cNvPr id="5" name="フッター プレースホルダー 4">
            <a:extLst>
              <a:ext uri="{FF2B5EF4-FFF2-40B4-BE49-F238E27FC236}">
                <a16:creationId xmlns:a16="http://schemas.microsoft.com/office/drawing/2014/main" id="{8D90EA19-CD38-41D6-B313-CEAD4A17BB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1785F0B-5674-41C7-B890-F41D05C0D943}"/>
              </a:ext>
            </a:extLst>
          </p:cNvPr>
          <p:cNvSpPr>
            <a:spLocks noGrp="1"/>
          </p:cNvSpPr>
          <p:nvPr>
            <p:ph type="sldNum" sz="quarter" idx="12"/>
          </p:nvPr>
        </p:nvSpPr>
        <p:spPr/>
        <p:txBody>
          <a:bodyPr/>
          <a:lstStyle/>
          <a:p>
            <a:fld id="{A833F0CC-3894-4491-B857-8D6535416C5D}" type="slidenum">
              <a:rPr kumimoji="1" lang="ja-JP" altLang="en-US" smtClean="0"/>
              <a:t>‹#›</a:t>
            </a:fld>
            <a:endParaRPr kumimoji="1" lang="ja-JP" altLang="en-US"/>
          </a:p>
        </p:txBody>
      </p:sp>
    </p:spTree>
    <p:extLst>
      <p:ext uri="{BB962C8B-B14F-4D97-AF65-F5344CB8AC3E}">
        <p14:creationId xmlns:p14="http://schemas.microsoft.com/office/powerpoint/2010/main" val="3826490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F4EA03-2CD1-4EF9-905E-E7401045A4E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D056886-5328-4B9E-A1A2-8D01042D47B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C2F7EEA-D7FC-435E-902B-54154702064F}"/>
              </a:ext>
            </a:extLst>
          </p:cNvPr>
          <p:cNvSpPr>
            <a:spLocks noGrp="1"/>
          </p:cNvSpPr>
          <p:nvPr>
            <p:ph type="dt" sz="half" idx="10"/>
          </p:nvPr>
        </p:nvSpPr>
        <p:spPr/>
        <p:txBody>
          <a:bodyPr/>
          <a:lstStyle/>
          <a:p>
            <a:fld id="{C83DFB27-A473-4C82-9157-45B838AE13E7}" type="datetimeFigureOut">
              <a:rPr kumimoji="1" lang="ja-JP" altLang="en-US" smtClean="0"/>
              <a:t>2025/12/19</a:t>
            </a:fld>
            <a:endParaRPr kumimoji="1" lang="ja-JP" altLang="en-US"/>
          </a:p>
        </p:txBody>
      </p:sp>
      <p:sp>
        <p:nvSpPr>
          <p:cNvPr id="5" name="フッター プレースホルダー 4">
            <a:extLst>
              <a:ext uri="{FF2B5EF4-FFF2-40B4-BE49-F238E27FC236}">
                <a16:creationId xmlns:a16="http://schemas.microsoft.com/office/drawing/2014/main" id="{CC484B5D-9C65-4A2B-A40C-8FF064F57BE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A241E1F-F0BF-4602-BDE6-5D90AC5C7355}"/>
              </a:ext>
            </a:extLst>
          </p:cNvPr>
          <p:cNvSpPr>
            <a:spLocks noGrp="1"/>
          </p:cNvSpPr>
          <p:nvPr>
            <p:ph type="sldNum" sz="quarter" idx="12"/>
          </p:nvPr>
        </p:nvSpPr>
        <p:spPr/>
        <p:txBody>
          <a:bodyPr/>
          <a:lstStyle/>
          <a:p>
            <a:fld id="{A833F0CC-3894-4491-B857-8D6535416C5D}" type="slidenum">
              <a:rPr kumimoji="1" lang="ja-JP" altLang="en-US" smtClean="0"/>
              <a:t>‹#›</a:t>
            </a:fld>
            <a:endParaRPr kumimoji="1" lang="ja-JP" altLang="en-US"/>
          </a:p>
        </p:txBody>
      </p:sp>
    </p:spTree>
    <p:extLst>
      <p:ext uri="{BB962C8B-B14F-4D97-AF65-F5344CB8AC3E}">
        <p14:creationId xmlns:p14="http://schemas.microsoft.com/office/powerpoint/2010/main" val="3378519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FCB4C7-3394-4B23-933D-AC55705887F5}"/>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E46B2CE-31D4-4294-847C-F8F6C220388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E8F0B1EE-CE8E-4DDC-829B-EFA9DF1B2519}"/>
              </a:ext>
            </a:extLst>
          </p:cNvPr>
          <p:cNvSpPr>
            <a:spLocks noGrp="1"/>
          </p:cNvSpPr>
          <p:nvPr>
            <p:ph type="dt" sz="half" idx="10"/>
          </p:nvPr>
        </p:nvSpPr>
        <p:spPr/>
        <p:txBody>
          <a:bodyPr/>
          <a:lstStyle/>
          <a:p>
            <a:fld id="{C83DFB27-A473-4C82-9157-45B838AE13E7}" type="datetimeFigureOut">
              <a:rPr kumimoji="1" lang="ja-JP" altLang="en-US" smtClean="0"/>
              <a:t>2025/12/19</a:t>
            </a:fld>
            <a:endParaRPr kumimoji="1" lang="ja-JP" altLang="en-US"/>
          </a:p>
        </p:txBody>
      </p:sp>
      <p:sp>
        <p:nvSpPr>
          <p:cNvPr id="5" name="フッター プレースホルダー 4">
            <a:extLst>
              <a:ext uri="{FF2B5EF4-FFF2-40B4-BE49-F238E27FC236}">
                <a16:creationId xmlns:a16="http://schemas.microsoft.com/office/drawing/2014/main" id="{D68E3FDB-CF42-465F-A490-47ED98570DB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412EC8B-5B4D-472E-9D64-23A2E36E3C6E}"/>
              </a:ext>
            </a:extLst>
          </p:cNvPr>
          <p:cNvSpPr>
            <a:spLocks noGrp="1"/>
          </p:cNvSpPr>
          <p:nvPr>
            <p:ph type="sldNum" sz="quarter" idx="12"/>
          </p:nvPr>
        </p:nvSpPr>
        <p:spPr/>
        <p:txBody>
          <a:bodyPr/>
          <a:lstStyle/>
          <a:p>
            <a:fld id="{A833F0CC-3894-4491-B857-8D6535416C5D}" type="slidenum">
              <a:rPr kumimoji="1" lang="ja-JP" altLang="en-US" smtClean="0"/>
              <a:t>‹#›</a:t>
            </a:fld>
            <a:endParaRPr kumimoji="1" lang="ja-JP" altLang="en-US"/>
          </a:p>
        </p:txBody>
      </p:sp>
    </p:spTree>
    <p:extLst>
      <p:ext uri="{BB962C8B-B14F-4D97-AF65-F5344CB8AC3E}">
        <p14:creationId xmlns:p14="http://schemas.microsoft.com/office/powerpoint/2010/main" val="11499587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0DE98A-598A-448C-878E-373BABE2E01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B8E5311-607D-4951-BBA8-7C59D651E03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90EB79B0-C8FA-4B7F-AA13-9C1F2A69CE88}"/>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2A226EF-9280-47F5-81AA-CF15FEF943E3}"/>
              </a:ext>
            </a:extLst>
          </p:cNvPr>
          <p:cNvSpPr>
            <a:spLocks noGrp="1"/>
          </p:cNvSpPr>
          <p:nvPr>
            <p:ph type="dt" sz="half" idx="10"/>
          </p:nvPr>
        </p:nvSpPr>
        <p:spPr/>
        <p:txBody>
          <a:bodyPr/>
          <a:lstStyle/>
          <a:p>
            <a:fld id="{C83DFB27-A473-4C82-9157-45B838AE13E7}" type="datetimeFigureOut">
              <a:rPr kumimoji="1" lang="ja-JP" altLang="en-US" smtClean="0"/>
              <a:t>2025/12/19</a:t>
            </a:fld>
            <a:endParaRPr kumimoji="1" lang="ja-JP" altLang="en-US"/>
          </a:p>
        </p:txBody>
      </p:sp>
      <p:sp>
        <p:nvSpPr>
          <p:cNvPr id="6" name="フッター プレースホルダー 5">
            <a:extLst>
              <a:ext uri="{FF2B5EF4-FFF2-40B4-BE49-F238E27FC236}">
                <a16:creationId xmlns:a16="http://schemas.microsoft.com/office/drawing/2014/main" id="{FBFFDF05-9F2F-4758-9CFD-B86607BC55F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EDB31E6-50FB-4E45-869A-0B1083DB23AF}"/>
              </a:ext>
            </a:extLst>
          </p:cNvPr>
          <p:cNvSpPr>
            <a:spLocks noGrp="1"/>
          </p:cNvSpPr>
          <p:nvPr>
            <p:ph type="sldNum" sz="quarter" idx="12"/>
          </p:nvPr>
        </p:nvSpPr>
        <p:spPr/>
        <p:txBody>
          <a:bodyPr/>
          <a:lstStyle/>
          <a:p>
            <a:fld id="{A833F0CC-3894-4491-B857-8D6535416C5D}" type="slidenum">
              <a:rPr kumimoji="1" lang="ja-JP" altLang="en-US" smtClean="0"/>
              <a:t>‹#›</a:t>
            </a:fld>
            <a:endParaRPr kumimoji="1" lang="ja-JP" altLang="en-US"/>
          </a:p>
        </p:txBody>
      </p:sp>
    </p:spTree>
    <p:extLst>
      <p:ext uri="{BB962C8B-B14F-4D97-AF65-F5344CB8AC3E}">
        <p14:creationId xmlns:p14="http://schemas.microsoft.com/office/powerpoint/2010/main" val="4004040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B794E2-662F-42E4-964B-A18F37602B9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A99835C-B3BF-4EC9-BDD2-65084285A3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810DF07-CB01-4E54-BACE-7F8D9EC3149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BA8C5D5-AC2B-405A-86D3-F35A6ECF4C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14D55F4-7924-49EE-9509-2A03AB6A764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1B81D9C-7076-47D5-8A4E-9EC713DC08FF}"/>
              </a:ext>
            </a:extLst>
          </p:cNvPr>
          <p:cNvSpPr>
            <a:spLocks noGrp="1"/>
          </p:cNvSpPr>
          <p:nvPr>
            <p:ph type="dt" sz="half" idx="10"/>
          </p:nvPr>
        </p:nvSpPr>
        <p:spPr/>
        <p:txBody>
          <a:bodyPr/>
          <a:lstStyle/>
          <a:p>
            <a:fld id="{C83DFB27-A473-4C82-9157-45B838AE13E7}" type="datetimeFigureOut">
              <a:rPr kumimoji="1" lang="ja-JP" altLang="en-US" smtClean="0"/>
              <a:t>2025/12/19</a:t>
            </a:fld>
            <a:endParaRPr kumimoji="1" lang="ja-JP" altLang="en-US"/>
          </a:p>
        </p:txBody>
      </p:sp>
      <p:sp>
        <p:nvSpPr>
          <p:cNvPr id="8" name="フッター プレースホルダー 7">
            <a:extLst>
              <a:ext uri="{FF2B5EF4-FFF2-40B4-BE49-F238E27FC236}">
                <a16:creationId xmlns:a16="http://schemas.microsoft.com/office/drawing/2014/main" id="{193B2C06-87C7-4DD7-A33B-ABCC53187D0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DD581FE-1DFB-447D-92C8-1BB976D6AF94}"/>
              </a:ext>
            </a:extLst>
          </p:cNvPr>
          <p:cNvSpPr>
            <a:spLocks noGrp="1"/>
          </p:cNvSpPr>
          <p:nvPr>
            <p:ph type="sldNum" sz="quarter" idx="12"/>
          </p:nvPr>
        </p:nvSpPr>
        <p:spPr/>
        <p:txBody>
          <a:bodyPr/>
          <a:lstStyle/>
          <a:p>
            <a:fld id="{A833F0CC-3894-4491-B857-8D6535416C5D}" type="slidenum">
              <a:rPr kumimoji="1" lang="ja-JP" altLang="en-US" smtClean="0"/>
              <a:t>‹#›</a:t>
            </a:fld>
            <a:endParaRPr kumimoji="1" lang="ja-JP" altLang="en-US"/>
          </a:p>
        </p:txBody>
      </p:sp>
    </p:spTree>
    <p:extLst>
      <p:ext uri="{BB962C8B-B14F-4D97-AF65-F5344CB8AC3E}">
        <p14:creationId xmlns:p14="http://schemas.microsoft.com/office/powerpoint/2010/main" val="3631320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0399DA-7A75-4DBD-8BCD-4D78EE1506E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0B4F2469-9074-4D85-903E-F74915616EE8}"/>
              </a:ext>
            </a:extLst>
          </p:cNvPr>
          <p:cNvSpPr>
            <a:spLocks noGrp="1"/>
          </p:cNvSpPr>
          <p:nvPr>
            <p:ph type="dt" sz="half" idx="10"/>
          </p:nvPr>
        </p:nvSpPr>
        <p:spPr/>
        <p:txBody>
          <a:bodyPr/>
          <a:lstStyle/>
          <a:p>
            <a:fld id="{C83DFB27-A473-4C82-9157-45B838AE13E7}" type="datetimeFigureOut">
              <a:rPr kumimoji="1" lang="ja-JP" altLang="en-US" smtClean="0"/>
              <a:t>2025/12/19</a:t>
            </a:fld>
            <a:endParaRPr kumimoji="1" lang="ja-JP" altLang="en-US"/>
          </a:p>
        </p:txBody>
      </p:sp>
      <p:sp>
        <p:nvSpPr>
          <p:cNvPr id="4" name="フッター プレースホルダー 3">
            <a:extLst>
              <a:ext uri="{FF2B5EF4-FFF2-40B4-BE49-F238E27FC236}">
                <a16:creationId xmlns:a16="http://schemas.microsoft.com/office/drawing/2014/main" id="{DC6E96C4-E0CA-4E83-868F-00460A0F5861}"/>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0CCF004-D557-47E9-9A89-030AFDC68325}"/>
              </a:ext>
            </a:extLst>
          </p:cNvPr>
          <p:cNvSpPr>
            <a:spLocks noGrp="1"/>
          </p:cNvSpPr>
          <p:nvPr>
            <p:ph type="sldNum" sz="quarter" idx="12"/>
          </p:nvPr>
        </p:nvSpPr>
        <p:spPr/>
        <p:txBody>
          <a:bodyPr/>
          <a:lstStyle/>
          <a:p>
            <a:fld id="{A833F0CC-3894-4491-B857-8D6535416C5D}" type="slidenum">
              <a:rPr kumimoji="1" lang="ja-JP" altLang="en-US" smtClean="0"/>
              <a:t>‹#›</a:t>
            </a:fld>
            <a:endParaRPr kumimoji="1" lang="ja-JP" altLang="en-US"/>
          </a:p>
        </p:txBody>
      </p:sp>
    </p:spTree>
    <p:extLst>
      <p:ext uri="{BB962C8B-B14F-4D97-AF65-F5344CB8AC3E}">
        <p14:creationId xmlns:p14="http://schemas.microsoft.com/office/powerpoint/2010/main" val="3040620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BA2EC5CE-1394-4E5F-96FE-FBB28A1088A8}"/>
              </a:ext>
            </a:extLst>
          </p:cNvPr>
          <p:cNvSpPr>
            <a:spLocks noGrp="1"/>
          </p:cNvSpPr>
          <p:nvPr>
            <p:ph type="dt" sz="half" idx="10"/>
          </p:nvPr>
        </p:nvSpPr>
        <p:spPr/>
        <p:txBody>
          <a:bodyPr/>
          <a:lstStyle/>
          <a:p>
            <a:fld id="{C83DFB27-A473-4C82-9157-45B838AE13E7}" type="datetimeFigureOut">
              <a:rPr kumimoji="1" lang="ja-JP" altLang="en-US" smtClean="0"/>
              <a:t>2025/12/19</a:t>
            </a:fld>
            <a:endParaRPr kumimoji="1" lang="ja-JP" altLang="en-US"/>
          </a:p>
        </p:txBody>
      </p:sp>
      <p:sp>
        <p:nvSpPr>
          <p:cNvPr id="3" name="フッター プレースホルダー 2">
            <a:extLst>
              <a:ext uri="{FF2B5EF4-FFF2-40B4-BE49-F238E27FC236}">
                <a16:creationId xmlns:a16="http://schemas.microsoft.com/office/drawing/2014/main" id="{40BFBE42-0B40-41C8-9790-4BEC74EE063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A8B1B3D-D402-487B-9B7A-B13176846E04}"/>
              </a:ext>
            </a:extLst>
          </p:cNvPr>
          <p:cNvSpPr>
            <a:spLocks noGrp="1"/>
          </p:cNvSpPr>
          <p:nvPr>
            <p:ph type="sldNum" sz="quarter" idx="12"/>
          </p:nvPr>
        </p:nvSpPr>
        <p:spPr/>
        <p:txBody>
          <a:bodyPr/>
          <a:lstStyle/>
          <a:p>
            <a:fld id="{A833F0CC-3894-4491-B857-8D6535416C5D}" type="slidenum">
              <a:rPr kumimoji="1" lang="ja-JP" altLang="en-US" smtClean="0"/>
              <a:t>‹#›</a:t>
            </a:fld>
            <a:endParaRPr kumimoji="1" lang="ja-JP" altLang="en-US"/>
          </a:p>
        </p:txBody>
      </p:sp>
    </p:spTree>
    <p:extLst>
      <p:ext uri="{BB962C8B-B14F-4D97-AF65-F5344CB8AC3E}">
        <p14:creationId xmlns:p14="http://schemas.microsoft.com/office/powerpoint/2010/main" val="3238681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7A51E6-6727-4493-85D8-36CF3A1A3CC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80E0693-E313-4541-9EF8-63B9B35023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CE40A012-93E5-46E0-BF98-08B9C4993C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6B4F8D2-1141-4CEE-BBF3-FF9004D24509}"/>
              </a:ext>
            </a:extLst>
          </p:cNvPr>
          <p:cNvSpPr>
            <a:spLocks noGrp="1"/>
          </p:cNvSpPr>
          <p:nvPr>
            <p:ph type="dt" sz="half" idx="10"/>
          </p:nvPr>
        </p:nvSpPr>
        <p:spPr/>
        <p:txBody>
          <a:bodyPr/>
          <a:lstStyle/>
          <a:p>
            <a:fld id="{C83DFB27-A473-4C82-9157-45B838AE13E7}" type="datetimeFigureOut">
              <a:rPr kumimoji="1" lang="ja-JP" altLang="en-US" smtClean="0"/>
              <a:t>2025/12/19</a:t>
            </a:fld>
            <a:endParaRPr kumimoji="1" lang="ja-JP" altLang="en-US"/>
          </a:p>
        </p:txBody>
      </p:sp>
      <p:sp>
        <p:nvSpPr>
          <p:cNvPr id="6" name="フッター プレースホルダー 5">
            <a:extLst>
              <a:ext uri="{FF2B5EF4-FFF2-40B4-BE49-F238E27FC236}">
                <a16:creationId xmlns:a16="http://schemas.microsoft.com/office/drawing/2014/main" id="{1D3AB5FB-45F8-4C40-AAF5-2A446BA9C68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46722A0-934E-410B-967E-10ACB14F4D0F}"/>
              </a:ext>
            </a:extLst>
          </p:cNvPr>
          <p:cNvSpPr>
            <a:spLocks noGrp="1"/>
          </p:cNvSpPr>
          <p:nvPr>
            <p:ph type="sldNum" sz="quarter" idx="12"/>
          </p:nvPr>
        </p:nvSpPr>
        <p:spPr/>
        <p:txBody>
          <a:bodyPr/>
          <a:lstStyle/>
          <a:p>
            <a:fld id="{A833F0CC-3894-4491-B857-8D6535416C5D}" type="slidenum">
              <a:rPr kumimoji="1" lang="ja-JP" altLang="en-US" smtClean="0"/>
              <a:t>‹#›</a:t>
            </a:fld>
            <a:endParaRPr kumimoji="1" lang="ja-JP" altLang="en-US"/>
          </a:p>
        </p:txBody>
      </p:sp>
    </p:spTree>
    <p:extLst>
      <p:ext uri="{BB962C8B-B14F-4D97-AF65-F5344CB8AC3E}">
        <p14:creationId xmlns:p14="http://schemas.microsoft.com/office/powerpoint/2010/main" val="945833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325BD0-CE2A-430C-8A39-CF61F07C9FC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2255FEA-302F-43C4-B79B-0C6B18AE2B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66F8F0A-6BA5-44E7-88C5-AF08404D85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418C806-B0F5-43FF-A5DB-D43347F8FAA9}"/>
              </a:ext>
            </a:extLst>
          </p:cNvPr>
          <p:cNvSpPr>
            <a:spLocks noGrp="1"/>
          </p:cNvSpPr>
          <p:nvPr>
            <p:ph type="dt" sz="half" idx="10"/>
          </p:nvPr>
        </p:nvSpPr>
        <p:spPr/>
        <p:txBody>
          <a:bodyPr/>
          <a:lstStyle/>
          <a:p>
            <a:fld id="{C83DFB27-A473-4C82-9157-45B838AE13E7}" type="datetimeFigureOut">
              <a:rPr kumimoji="1" lang="ja-JP" altLang="en-US" smtClean="0"/>
              <a:t>2025/12/19</a:t>
            </a:fld>
            <a:endParaRPr kumimoji="1" lang="ja-JP" altLang="en-US"/>
          </a:p>
        </p:txBody>
      </p:sp>
      <p:sp>
        <p:nvSpPr>
          <p:cNvPr id="6" name="フッター プレースホルダー 5">
            <a:extLst>
              <a:ext uri="{FF2B5EF4-FFF2-40B4-BE49-F238E27FC236}">
                <a16:creationId xmlns:a16="http://schemas.microsoft.com/office/drawing/2014/main" id="{A05AF035-E0D1-4EFD-87A7-B8837E4E4CA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A830F83-EC13-4759-8D11-DEAC19444600}"/>
              </a:ext>
            </a:extLst>
          </p:cNvPr>
          <p:cNvSpPr>
            <a:spLocks noGrp="1"/>
          </p:cNvSpPr>
          <p:nvPr>
            <p:ph type="sldNum" sz="quarter" idx="12"/>
          </p:nvPr>
        </p:nvSpPr>
        <p:spPr/>
        <p:txBody>
          <a:bodyPr/>
          <a:lstStyle/>
          <a:p>
            <a:fld id="{A833F0CC-3894-4491-B857-8D6535416C5D}" type="slidenum">
              <a:rPr kumimoji="1" lang="ja-JP" altLang="en-US" smtClean="0"/>
              <a:t>‹#›</a:t>
            </a:fld>
            <a:endParaRPr kumimoji="1" lang="ja-JP" altLang="en-US"/>
          </a:p>
        </p:txBody>
      </p:sp>
    </p:spTree>
    <p:extLst>
      <p:ext uri="{BB962C8B-B14F-4D97-AF65-F5344CB8AC3E}">
        <p14:creationId xmlns:p14="http://schemas.microsoft.com/office/powerpoint/2010/main" val="2528976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886BB0-6A59-4E8E-9AA3-3A8FBF9CAF4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6D15106-6A03-463E-A9CA-E1242152229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60D8E1B-2085-4EE6-B7A7-B58021A8AD90}"/>
              </a:ext>
            </a:extLst>
          </p:cNvPr>
          <p:cNvSpPr>
            <a:spLocks noGrp="1"/>
          </p:cNvSpPr>
          <p:nvPr>
            <p:ph type="dt" sz="half" idx="10"/>
          </p:nvPr>
        </p:nvSpPr>
        <p:spPr/>
        <p:txBody>
          <a:bodyPr/>
          <a:lstStyle/>
          <a:p>
            <a:fld id="{C83DFB27-A473-4C82-9157-45B838AE13E7}" type="datetimeFigureOut">
              <a:rPr kumimoji="1" lang="ja-JP" altLang="en-US" smtClean="0"/>
              <a:t>2025/12/19</a:t>
            </a:fld>
            <a:endParaRPr kumimoji="1" lang="ja-JP" altLang="en-US"/>
          </a:p>
        </p:txBody>
      </p:sp>
      <p:sp>
        <p:nvSpPr>
          <p:cNvPr id="5" name="フッター プレースホルダー 4">
            <a:extLst>
              <a:ext uri="{FF2B5EF4-FFF2-40B4-BE49-F238E27FC236}">
                <a16:creationId xmlns:a16="http://schemas.microsoft.com/office/drawing/2014/main" id="{A294DF37-5280-4299-9DC2-0EAAD537B59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5787E3B-B496-4EC4-9F7B-EDD0D5C6E322}"/>
              </a:ext>
            </a:extLst>
          </p:cNvPr>
          <p:cNvSpPr>
            <a:spLocks noGrp="1"/>
          </p:cNvSpPr>
          <p:nvPr>
            <p:ph type="sldNum" sz="quarter" idx="12"/>
          </p:nvPr>
        </p:nvSpPr>
        <p:spPr/>
        <p:txBody>
          <a:bodyPr/>
          <a:lstStyle/>
          <a:p>
            <a:fld id="{A833F0CC-3894-4491-B857-8D6535416C5D}" type="slidenum">
              <a:rPr kumimoji="1" lang="ja-JP" altLang="en-US" smtClean="0"/>
              <a:t>‹#›</a:t>
            </a:fld>
            <a:endParaRPr kumimoji="1" lang="ja-JP" altLang="en-US"/>
          </a:p>
        </p:txBody>
      </p:sp>
    </p:spTree>
    <p:extLst>
      <p:ext uri="{BB962C8B-B14F-4D97-AF65-F5344CB8AC3E}">
        <p14:creationId xmlns:p14="http://schemas.microsoft.com/office/powerpoint/2010/main" val="1215697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05BDB68-D9B3-44D2-8A46-4E6112A96D2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72369CE-0BD0-4ECE-BB28-BA830A24673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BAB1618-613A-4F40-8DC9-7D0DC4A04809}"/>
              </a:ext>
            </a:extLst>
          </p:cNvPr>
          <p:cNvSpPr>
            <a:spLocks noGrp="1"/>
          </p:cNvSpPr>
          <p:nvPr>
            <p:ph type="dt" sz="half" idx="10"/>
          </p:nvPr>
        </p:nvSpPr>
        <p:spPr/>
        <p:txBody>
          <a:bodyPr/>
          <a:lstStyle/>
          <a:p>
            <a:fld id="{C83DFB27-A473-4C82-9157-45B838AE13E7}" type="datetimeFigureOut">
              <a:rPr kumimoji="1" lang="ja-JP" altLang="en-US" smtClean="0"/>
              <a:t>2025/12/19</a:t>
            </a:fld>
            <a:endParaRPr kumimoji="1" lang="ja-JP" altLang="en-US"/>
          </a:p>
        </p:txBody>
      </p:sp>
      <p:sp>
        <p:nvSpPr>
          <p:cNvPr id="5" name="フッター プレースホルダー 4">
            <a:extLst>
              <a:ext uri="{FF2B5EF4-FFF2-40B4-BE49-F238E27FC236}">
                <a16:creationId xmlns:a16="http://schemas.microsoft.com/office/drawing/2014/main" id="{CB5D7767-C836-4241-BDC3-CBF30366485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2A4CF2D-2896-413D-BA5F-62261FABE7A8}"/>
              </a:ext>
            </a:extLst>
          </p:cNvPr>
          <p:cNvSpPr>
            <a:spLocks noGrp="1"/>
          </p:cNvSpPr>
          <p:nvPr>
            <p:ph type="sldNum" sz="quarter" idx="12"/>
          </p:nvPr>
        </p:nvSpPr>
        <p:spPr/>
        <p:txBody>
          <a:bodyPr/>
          <a:lstStyle/>
          <a:p>
            <a:fld id="{A833F0CC-3894-4491-B857-8D6535416C5D}" type="slidenum">
              <a:rPr kumimoji="1" lang="ja-JP" altLang="en-US" smtClean="0"/>
              <a:t>‹#›</a:t>
            </a:fld>
            <a:endParaRPr kumimoji="1" lang="ja-JP" altLang="en-US"/>
          </a:p>
        </p:txBody>
      </p:sp>
    </p:spTree>
    <p:extLst>
      <p:ext uri="{BB962C8B-B14F-4D97-AF65-F5344CB8AC3E}">
        <p14:creationId xmlns:p14="http://schemas.microsoft.com/office/powerpoint/2010/main" val="1528646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8DAA168-2654-4BB2-9AB0-EAE85B8F5A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588B6FA-609C-4FE2-96BB-478FA3FB5B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93A36A6-E5D4-474B-9D6D-4161CDBC91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3DFB27-A473-4C82-9157-45B838AE13E7}" type="datetimeFigureOut">
              <a:rPr kumimoji="1" lang="ja-JP" altLang="en-US" smtClean="0"/>
              <a:t>2025/12/19</a:t>
            </a:fld>
            <a:endParaRPr kumimoji="1" lang="ja-JP" altLang="en-US"/>
          </a:p>
        </p:txBody>
      </p:sp>
      <p:sp>
        <p:nvSpPr>
          <p:cNvPr id="5" name="フッター プレースホルダー 4">
            <a:extLst>
              <a:ext uri="{FF2B5EF4-FFF2-40B4-BE49-F238E27FC236}">
                <a16:creationId xmlns:a16="http://schemas.microsoft.com/office/drawing/2014/main" id="{07772EBD-6DD3-4DEE-AF2C-6139A1A628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F61B3DF-06BE-4968-AC9E-618F77E3F6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33F0CC-3894-4491-B857-8D6535416C5D}" type="slidenum">
              <a:rPr kumimoji="1" lang="ja-JP" altLang="en-US" smtClean="0"/>
              <a:t>‹#›</a:t>
            </a:fld>
            <a:endParaRPr kumimoji="1" lang="ja-JP" altLang="en-US"/>
          </a:p>
        </p:txBody>
      </p:sp>
    </p:spTree>
    <p:extLst>
      <p:ext uri="{BB962C8B-B14F-4D97-AF65-F5344CB8AC3E}">
        <p14:creationId xmlns:p14="http://schemas.microsoft.com/office/powerpoint/2010/main" val="3899784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 Type="http://schemas.openxmlformats.org/officeDocument/2006/relationships/image" Target="../media/image8.png"/><Relationship Id="rId16" Type="http://schemas.openxmlformats.org/officeDocument/2006/relationships/image" Target="../media/image22.png"/><Relationship Id="rId1" Type="http://schemas.openxmlformats.org/officeDocument/2006/relationships/slideLayout" Target="../slideLayouts/slideLayout6.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image" Target="../media/image8.png"/><Relationship Id="rId16" Type="http://schemas.openxmlformats.org/officeDocument/2006/relationships/image" Target="../media/image39.png"/><Relationship Id="rId1" Type="http://schemas.openxmlformats.org/officeDocument/2006/relationships/slideLayout" Target="../slideLayouts/slideLayout6.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5" Type="http://schemas.openxmlformats.org/officeDocument/2006/relationships/image" Target="../media/image3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37.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1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2D576A7E-9972-44D0-8140-6883C581BB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図 4">
            <a:extLst>
              <a:ext uri="{FF2B5EF4-FFF2-40B4-BE49-F238E27FC236}">
                <a16:creationId xmlns:a16="http://schemas.microsoft.com/office/drawing/2014/main" id="{53ADF904-6527-46AB-A556-73EE060B63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9228" y="2100648"/>
            <a:ext cx="4786499" cy="1541415"/>
          </a:xfrm>
          <a:prstGeom prst="rect">
            <a:avLst/>
          </a:prstGeom>
        </p:spPr>
      </p:pic>
      <p:pic>
        <p:nvPicPr>
          <p:cNvPr id="7" name="図 6">
            <a:extLst>
              <a:ext uri="{FF2B5EF4-FFF2-40B4-BE49-F238E27FC236}">
                <a16:creationId xmlns:a16="http://schemas.microsoft.com/office/drawing/2014/main" id="{6799E50B-1DC5-4D05-91DA-6EF07FD806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99093" y="3311610"/>
            <a:ext cx="8593814" cy="1345357"/>
          </a:xfrm>
          <a:prstGeom prst="rect">
            <a:avLst/>
          </a:prstGeom>
        </p:spPr>
      </p:pic>
    </p:spTree>
    <p:extLst>
      <p:ext uri="{BB962C8B-B14F-4D97-AF65-F5344CB8AC3E}">
        <p14:creationId xmlns:p14="http://schemas.microsoft.com/office/powerpoint/2010/main" val="3715647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15F675D6-2219-49EE-9045-018A21248A11}"/>
              </a:ext>
            </a:extLst>
          </p:cNvPr>
          <p:cNvPicPr>
            <a:picLocks noChangeAspect="1"/>
          </p:cNvPicPr>
          <p:nvPr/>
        </p:nvPicPr>
        <p:blipFill>
          <a:blip r:embed="rId2"/>
          <a:stretch>
            <a:fillRect/>
          </a:stretch>
        </p:blipFill>
        <p:spPr>
          <a:xfrm>
            <a:off x="0" y="0"/>
            <a:ext cx="12192000" cy="6857999"/>
          </a:xfrm>
          <a:prstGeom prst="rect">
            <a:avLst/>
          </a:prstGeom>
        </p:spPr>
      </p:pic>
      <p:sp>
        <p:nvSpPr>
          <p:cNvPr id="2" name="タイトル 1">
            <a:extLst>
              <a:ext uri="{FF2B5EF4-FFF2-40B4-BE49-F238E27FC236}">
                <a16:creationId xmlns:a16="http://schemas.microsoft.com/office/drawing/2014/main" id="{AADC32BF-C375-4568-9F2D-E163157E2636}"/>
              </a:ext>
            </a:extLst>
          </p:cNvPr>
          <p:cNvSpPr>
            <a:spLocks noGrp="1"/>
          </p:cNvSpPr>
          <p:nvPr>
            <p:ph type="ctrTitle"/>
          </p:nvPr>
        </p:nvSpPr>
        <p:spPr>
          <a:xfrm>
            <a:off x="321275" y="626076"/>
            <a:ext cx="11524735" cy="1260389"/>
          </a:xfrm>
        </p:spPr>
        <p:txBody>
          <a:bodyPr/>
          <a:lstStyle/>
          <a:p>
            <a:pPr algn="l"/>
            <a:r>
              <a:rPr kumimoji="1" lang="en-US" altLang="ja-JP" dirty="0">
                <a:solidFill>
                  <a:schemeClr val="bg1"/>
                </a:solidFill>
              </a:rPr>
              <a:t>【</a:t>
            </a:r>
            <a:r>
              <a:rPr lang="ja-JP" altLang="en-US" dirty="0">
                <a:solidFill>
                  <a:schemeClr val="bg1"/>
                </a:solidFill>
              </a:rPr>
              <a:t>概要</a:t>
            </a:r>
            <a:r>
              <a:rPr kumimoji="1" lang="en-US" altLang="ja-JP" dirty="0">
                <a:solidFill>
                  <a:schemeClr val="bg1"/>
                </a:solidFill>
              </a:rPr>
              <a:t>】</a:t>
            </a:r>
            <a:endParaRPr kumimoji="1" lang="ja-JP" altLang="en-US" dirty="0">
              <a:solidFill>
                <a:schemeClr val="bg1"/>
              </a:solidFill>
            </a:endParaRPr>
          </a:p>
        </p:txBody>
      </p:sp>
      <p:sp>
        <p:nvSpPr>
          <p:cNvPr id="3" name="字幕 2">
            <a:extLst>
              <a:ext uri="{FF2B5EF4-FFF2-40B4-BE49-F238E27FC236}">
                <a16:creationId xmlns:a16="http://schemas.microsoft.com/office/drawing/2014/main" id="{157005C0-2705-4D3F-94B6-760BC0E041FC}"/>
              </a:ext>
            </a:extLst>
          </p:cNvPr>
          <p:cNvSpPr>
            <a:spLocks noGrp="1"/>
          </p:cNvSpPr>
          <p:nvPr>
            <p:ph type="subTitle" idx="1"/>
          </p:nvPr>
        </p:nvSpPr>
        <p:spPr>
          <a:xfrm>
            <a:off x="321275" y="1886465"/>
            <a:ext cx="11524735" cy="4345459"/>
          </a:xfrm>
        </p:spPr>
        <p:txBody>
          <a:bodyPr>
            <a:normAutofit/>
          </a:bodyPr>
          <a:lstStyle/>
          <a:p>
            <a:pPr algn="l"/>
            <a:endParaRPr lang="en-US" altLang="ja-JP" dirty="0">
              <a:solidFill>
                <a:schemeClr val="bg1"/>
              </a:solidFill>
            </a:endParaRPr>
          </a:p>
          <a:p>
            <a:pPr algn="l"/>
            <a:r>
              <a:rPr lang="ja-JP" altLang="en-US" dirty="0">
                <a:solidFill>
                  <a:schemeClr val="bg1"/>
                </a:solidFill>
              </a:rPr>
              <a:t>　　➣ ジャンル </a:t>
            </a:r>
            <a:r>
              <a:rPr kumimoji="1" lang="ja-JP" altLang="en-US" dirty="0">
                <a:solidFill>
                  <a:schemeClr val="bg1"/>
                </a:solidFill>
              </a:rPr>
              <a:t>：</a:t>
            </a:r>
            <a:r>
              <a:rPr lang="ja-JP" altLang="en-US" dirty="0"/>
              <a:t> </a:t>
            </a:r>
            <a:r>
              <a:rPr lang="ja-JP" altLang="en-US" dirty="0">
                <a:solidFill>
                  <a:schemeClr val="bg1"/>
                </a:solidFill>
              </a:rPr>
              <a:t>対戦型格闘ゲーム（トレーニング、</a:t>
            </a:r>
            <a:r>
              <a:rPr lang="en-US" altLang="ja-JP" dirty="0">
                <a:solidFill>
                  <a:schemeClr val="bg1"/>
                </a:solidFill>
              </a:rPr>
              <a:t>CPU</a:t>
            </a:r>
            <a:r>
              <a:rPr lang="ja-JP" altLang="en-US" dirty="0">
                <a:solidFill>
                  <a:schemeClr val="bg1"/>
                </a:solidFill>
              </a:rPr>
              <a:t>戦、対人戦）</a:t>
            </a:r>
            <a:endParaRPr lang="en-US" altLang="ja-JP" dirty="0">
              <a:solidFill>
                <a:schemeClr val="bg1"/>
              </a:solidFill>
            </a:endParaRPr>
          </a:p>
          <a:p>
            <a:pPr algn="l"/>
            <a:r>
              <a:rPr lang="ja-JP" altLang="en-US" dirty="0">
                <a:solidFill>
                  <a:schemeClr val="bg1"/>
                </a:solidFill>
              </a:rPr>
              <a:t>　　➣ プラットフォーム：</a:t>
            </a:r>
            <a:r>
              <a:rPr lang="en-US" altLang="ja-JP" dirty="0">
                <a:solidFill>
                  <a:schemeClr val="bg1"/>
                </a:solidFill>
              </a:rPr>
              <a:t>Windows</a:t>
            </a:r>
            <a:endParaRPr kumimoji="1" lang="en-US" altLang="ja-JP" dirty="0">
              <a:solidFill>
                <a:schemeClr val="bg1"/>
              </a:solidFill>
            </a:endParaRPr>
          </a:p>
          <a:p>
            <a:pPr algn="l"/>
            <a:r>
              <a:rPr kumimoji="1" lang="ja-JP" altLang="en-US" dirty="0">
                <a:solidFill>
                  <a:schemeClr val="bg1"/>
                </a:solidFill>
              </a:rPr>
              <a:t>　　➣ 開発環境：</a:t>
            </a:r>
            <a:r>
              <a:rPr lang="en-US" altLang="ja-JP" dirty="0">
                <a:solidFill>
                  <a:schemeClr val="bg1"/>
                </a:solidFill>
              </a:rPr>
              <a:t>Visual Studio 2022</a:t>
            </a:r>
            <a:r>
              <a:rPr lang="ja-JP" altLang="en-US" dirty="0">
                <a:solidFill>
                  <a:schemeClr val="bg1"/>
                </a:solidFill>
              </a:rPr>
              <a:t>、</a:t>
            </a:r>
            <a:endParaRPr lang="en-US" altLang="ja-JP" dirty="0">
              <a:solidFill>
                <a:schemeClr val="bg1"/>
              </a:solidFill>
            </a:endParaRPr>
          </a:p>
          <a:p>
            <a:pPr algn="l"/>
            <a:r>
              <a:rPr lang="en-US" altLang="ja-JP" dirty="0">
                <a:solidFill>
                  <a:schemeClr val="bg1"/>
                </a:solidFill>
              </a:rPr>
              <a:t>		</a:t>
            </a:r>
            <a:r>
              <a:rPr lang="ja-JP" altLang="en-US" dirty="0">
                <a:solidFill>
                  <a:schemeClr val="bg1"/>
                </a:solidFill>
              </a:rPr>
              <a:t>　　 </a:t>
            </a:r>
            <a:r>
              <a:rPr lang="en-US" altLang="ja-JP" dirty="0">
                <a:solidFill>
                  <a:schemeClr val="bg1"/>
                </a:solidFill>
              </a:rPr>
              <a:t>DX</a:t>
            </a:r>
            <a:r>
              <a:rPr lang="ja-JP" altLang="en-US" dirty="0">
                <a:solidFill>
                  <a:schemeClr val="bg1"/>
                </a:solidFill>
              </a:rPr>
              <a:t>ライブラリ（</a:t>
            </a:r>
            <a:r>
              <a:rPr lang="en-US" altLang="ja-JP" dirty="0">
                <a:solidFill>
                  <a:schemeClr val="bg1"/>
                </a:solidFill>
              </a:rPr>
              <a:t>DirectX</a:t>
            </a:r>
            <a:r>
              <a:rPr lang="ja-JP" altLang="en-US" dirty="0">
                <a:solidFill>
                  <a:schemeClr val="bg1"/>
                </a:solidFill>
              </a:rPr>
              <a:t>をより扱いやすくしたライブラリ）、</a:t>
            </a:r>
            <a:endParaRPr lang="en-US" altLang="ja-JP" dirty="0">
              <a:solidFill>
                <a:schemeClr val="bg1"/>
              </a:solidFill>
            </a:endParaRPr>
          </a:p>
          <a:p>
            <a:pPr algn="l"/>
            <a:r>
              <a:rPr lang="en-US" altLang="ja-JP" dirty="0">
                <a:solidFill>
                  <a:schemeClr val="bg1"/>
                </a:solidFill>
              </a:rPr>
              <a:t>		</a:t>
            </a:r>
            <a:r>
              <a:rPr lang="ja-JP" altLang="en-US" dirty="0">
                <a:solidFill>
                  <a:schemeClr val="bg1"/>
                </a:solidFill>
              </a:rPr>
              <a:t>　　 </a:t>
            </a:r>
            <a:r>
              <a:rPr lang="en-US" altLang="ja-JP" dirty="0">
                <a:solidFill>
                  <a:schemeClr val="bg1"/>
                </a:solidFill>
              </a:rPr>
              <a:t>CoG</a:t>
            </a:r>
            <a:r>
              <a:rPr lang="ja-JP" altLang="en-US" dirty="0">
                <a:solidFill>
                  <a:schemeClr val="bg1"/>
                </a:solidFill>
              </a:rPr>
              <a:t>フレームワーク（</a:t>
            </a:r>
            <a:r>
              <a:rPr lang="en-US" altLang="ja-JP" sz="1600" dirty="0">
                <a:solidFill>
                  <a:schemeClr val="bg1"/>
                </a:solidFill>
              </a:rPr>
              <a:t>DX</a:t>
            </a:r>
            <a:r>
              <a:rPr lang="ja-JP" altLang="en-US" sz="1600" dirty="0">
                <a:solidFill>
                  <a:schemeClr val="bg1"/>
                </a:solidFill>
              </a:rPr>
              <a:t>ライブラリをさらに扱いやすくまとめたフレームワーク</a:t>
            </a:r>
            <a:r>
              <a:rPr lang="ja-JP" altLang="en-US" dirty="0">
                <a:solidFill>
                  <a:schemeClr val="bg1"/>
                </a:solidFill>
              </a:rPr>
              <a:t>）</a:t>
            </a:r>
            <a:endParaRPr kumimoji="1" lang="en-US" altLang="ja-JP" dirty="0">
              <a:solidFill>
                <a:schemeClr val="bg1"/>
              </a:solidFill>
            </a:endParaRPr>
          </a:p>
          <a:p>
            <a:pPr algn="l"/>
            <a:r>
              <a:rPr kumimoji="1" lang="ja-JP" altLang="en-US" dirty="0">
                <a:solidFill>
                  <a:schemeClr val="bg1"/>
                </a:solidFill>
              </a:rPr>
              <a:t>　　➣ 使用言語：</a:t>
            </a:r>
            <a:r>
              <a:rPr kumimoji="1" lang="en-US" altLang="ja-JP" dirty="0">
                <a:solidFill>
                  <a:schemeClr val="bg1"/>
                </a:solidFill>
              </a:rPr>
              <a:t>C++</a:t>
            </a:r>
            <a:endParaRPr lang="en-US" altLang="ja-JP" dirty="0">
              <a:solidFill>
                <a:schemeClr val="bg1"/>
              </a:solidFill>
            </a:endParaRPr>
          </a:p>
          <a:p>
            <a:pPr algn="l"/>
            <a:r>
              <a:rPr kumimoji="1" lang="ja-JP" altLang="en-US" dirty="0">
                <a:solidFill>
                  <a:schemeClr val="bg1"/>
                </a:solidFill>
              </a:rPr>
              <a:t>　　➣ 制作期間：</a:t>
            </a:r>
            <a:r>
              <a:rPr kumimoji="1" lang="en-US" altLang="ja-JP" dirty="0">
                <a:solidFill>
                  <a:schemeClr val="bg1"/>
                </a:solidFill>
              </a:rPr>
              <a:t>2025/4 ~ 2025/11</a:t>
            </a:r>
            <a:r>
              <a:rPr kumimoji="1" lang="ja-JP" altLang="en-US" dirty="0">
                <a:solidFill>
                  <a:schemeClr val="bg1"/>
                </a:solidFill>
              </a:rPr>
              <a:t>（約</a:t>
            </a:r>
            <a:r>
              <a:rPr kumimoji="1" lang="en-US" altLang="ja-JP" dirty="0">
                <a:solidFill>
                  <a:schemeClr val="bg1"/>
                </a:solidFill>
              </a:rPr>
              <a:t>7</a:t>
            </a:r>
            <a:r>
              <a:rPr kumimoji="1" lang="ja-JP" altLang="en-US" dirty="0">
                <a:solidFill>
                  <a:schemeClr val="bg1"/>
                </a:solidFill>
              </a:rPr>
              <a:t>カ月）</a:t>
            </a:r>
            <a:endParaRPr lang="en-US" altLang="ja-JP" dirty="0">
              <a:solidFill>
                <a:schemeClr val="bg1"/>
              </a:solidFill>
            </a:endParaRPr>
          </a:p>
          <a:p>
            <a:pPr algn="l"/>
            <a:r>
              <a:rPr kumimoji="1" lang="ja-JP" altLang="en-US" dirty="0">
                <a:solidFill>
                  <a:schemeClr val="bg1"/>
                </a:solidFill>
              </a:rPr>
              <a:t>　　➣ 制作人数：</a:t>
            </a:r>
            <a:r>
              <a:rPr kumimoji="1" lang="en-US" altLang="ja-JP" dirty="0">
                <a:solidFill>
                  <a:schemeClr val="bg1"/>
                </a:solidFill>
              </a:rPr>
              <a:t>1</a:t>
            </a:r>
            <a:r>
              <a:rPr kumimoji="1" lang="ja-JP" altLang="en-US" dirty="0">
                <a:solidFill>
                  <a:schemeClr val="bg1"/>
                </a:solidFill>
              </a:rPr>
              <a:t>人</a:t>
            </a:r>
            <a:endParaRPr kumimoji="1" lang="en-US" altLang="ja-JP" dirty="0">
              <a:solidFill>
                <a:schemeClr val="bg1"/>
              </a:solidFill>
            </a:endParaRPr>
          </a:p>
          <a:p>
            <a:endParaRPr kumimoji="1" lang="ja-JP" altLang="en-US" dirty="0"/>
          </a:p>
        </p:txBody>
      </p:sp>
      <p:sp>
        <p:nvSpPr>
          <p:cNvPr id="5" name="吹き出し: 角を丸めた四角形 4">
            <a:extLst>
              <a:ext uri="{FF2B5EF4-FFF2-40B4-BE49-F238E27FC236}">
                <a16:creationId xmlns:a16="http://schemas.microsoft.com/office/drawing/2014/main" id="{946CA6D6-751E-4F48-A2B3-AF6FD50B0F49}"/>
              </a:ext>
            </a:extLst>
          </p:cNvPr>
          <p:cNvSpPr/>
          <p:nvPr/>
        </p:nvSpPr>
        <p:spPr>
          <a:xfrm>
            <a:off x="8962768" y="518984"/>
            <a:ext cx="2529016" cy="1367481"/>
          </a:xfrm>
          <a:prstGeom prst="wedgeRoundRectCallout">
            <a:avLst>
              <a:gd name="adj1" fmla="val -20833"/>
              <a:gd name="adj2" fmla="val 74548"/>
              <a:gd name="adj3" fmla="val 1666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bg1"/>
                </a:solidFill>
              </a:rPr>
              <a:t>対人戦のみ：</a:t>
            </a:r>
            <a:endParaRPr kumimoji="1" lang="en-US" altLang="ja-JP" sz="1600" dirty="0">
              <a:solidFill>
                <a:schemeClr val="bg1"/>
              </a:solidFill>
            </a:endParaRPr>
          </a:p>
          <a:p>
            <a:pPr algn="ctr"/>
            <a:r>
              <a:rPr kumimoji="1" lang="ja-JP" altLang="en-US" sz="1600" dirty="0">
                <a:solidFill>
                  <a:schemeClr val="bg1"/>
                </a:solidFill>
              </a:rPr>
              <a:t>ゲームパッドを</a:t>
            </a:r>
            <a:r>
              <a:rPr kumimoji="1" lang="en-US" altLang="ja-JP" sz="1600" dirty="0">
                <a:solidFill>
                  <a:schemeClr val="bg1"/>
                </a:solidFill>
              </a:rPr>
              <a:t>1</a:t>
            </a:r>
            <a:r>
              <a:rPr kumimoji="1" lang="ja-JP" altLang="en-US" sz="1600" dirty="0">
                <a:solidFill>
                  <a:schemeClr val="bg1"/>
                </a:solidFill>
              </a:rPr>
              <a:t>台以上接続が必要</a:t>
            </a:r>
          </a:p>
        </p:txBody>
      </p:sp>
    </p:spTree>
    <p:extLst>
      <p:ext uri="{BB962C8B-B14F-4D97-AF65-F5344CB8AC3E}">
        <p14:creationId xmlns:p14="http://schemas.microsoft.com/office/powerpoint/2010/main" val="2042104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図 12">
            <a:extLst>
              <a:ext uri="{FF2B5EF4-FFF2-40B4-BE49-F238E27FC236}">
                <a16:creationId xmlns:a16="http://schemas.microsoft.com/office/drawing/2014/main" id="{C9E160C0-10C0-4409-AE3E-613249A15F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タイトル 1">
            <a:extLst>
              <a:ext uri="{FF2B5EF4-FFF2-40B4-BE49-F238E27FC236}">
                <a16:creationId xmlns:a16="http://schemas.microsoft.com/office/drawing/2014/main" id="{0ECA17D6-EC72-4D71-9740-3DAC16133BF6}"/>
              </a:ext>
            </a:extLst>
          </p:cNvPr>
          <p:cNvSpPr>
            <a:spLocks noGrp="1"/>
          </p:cNvSpPr>
          <p:nvPr>
            <p:ph type="title"/>
          </p:nvPr>
        </p:nvSpPr>
        <p:spPr>
          <a:xfrm>
            <a:off x="331077" y="839516"/>
            <a:ext cx="7725102" cy="2963918"/>
          </a:xfrm>
        </p:spPr>
        <p:txBody>
          <a:bodyPr anchor="t">
            <a:normAutofit/>
          </a:bodyPr>
          <a:lstStyle/>
          <a:p>
            <a:r>
              <a:rPr kumimoji="1" lang="en-US" altLang="ja-JP" sz="2400" dirty="0">
                <a:solidFill>
                  <a:schemeClr val="bg1"/>
                </a:solidFill>
              </a:rPr>
              <a:t>【</a:t>
            </a:r>
            <a:r>
              <a:rPr kumimoji="1" lang="ja-JP" altLang="en-US" sz="2400" dirty="0">
                <a:solidFill>
                  <a:schemeClr val="bg1"/>
                </a:solidFill>
              </a:rPr>
              <a:t>ゲーム内容</a:t>
            </a:r>
            <a:r>
              <a:rPr kumimoji="1" lang="en-US" altLang="ja-JP" sz="2400" dirty="0">
                <a:solidFill>
                  <a:schemeClr val="bg1"/>
                </a:solidFill>
              </a:rPr>
              <a:t>】</a:t>
            </a:r>
            <a:br>
              <a:rPr kumimoji="1" lang="en-US" altLang="ja-JP" sz="1800" dirty="0">
                <a:solidFill>
                  <a:schemeClr val="bg1"/>
                </a:solidFill>
              </a:rPr>
            </a:br>
            <a:br>
              <a:rPr kumimoji="1" lang="en-US" altLang="ja-JP" sz="1800" dirty="0">
                <a:solidFill>
                  <a:schemeClr val="bg1"/>
                </a:solidFill>
              </a:rPr>
            </a:br>
            <a:r>
              <a:rPr lang="ja-JP" altLang="en-US" sz="1800" dirty="0">
                <a:solidFill>
                  <a:schemeClr val="bg1"/>
                </a:solidFill>
              </a:rPr>
              <a:t>プレイヤーはメカキャラクターを操作して</a:t>
            </a:r>
            <a:r>
              <a:rPr lang="en-US" altLang="ja-JP" sz="1800" dirty="0">
                <a:solidFill>
                  <a:schemeClr val="bg1"/>
                </a:solidFill>
              </a:rPr>
              <a:t>1</a:t>
            </a:r>
            <a:r>
              <a:rPr lang="ja-JP" altLang="en-US" sz="1800" dirty="0">
                <a:solidFill>
                  <a:schemeClr val="bg1"/>
                </a:solidFill>
              </a:rPr>
              <a:t>対</a:t>
            </a:r>
            <a:r>
              <a:rPr lang="en-US" altLang="ja-JP" sz="1800" dirty="0">
                <a:solidFill>
                  <a:schemeClr val="bg1"/>
                </a:solidFill>
              </a:rPr>
              <a:t>1</a:t>
            </a:r>
            <a:r>
              <a:rPr lang="ja-JP" altLang="en-US" sz="1800" dirty="0">
                <a:solidFill>
                  <a:schemeClr val="bg1"/>
                </a:solidFill>
              </a:rPr>
              <a:t>で戦う</a:t>
            </a:r>
            <a:r>
              <a:rPr lang="en-US" altLang="ja-JP" sz="1800" dirty="0">
                <a:solidFill>
                  <a:schemeClr val="bg1"/>
                </a:solidFill>
              </a:rPr>
              <a:t>2D</a:t>
            </a:r>
            <a:r>
              <a:rPr lang="ja-JP" altLang="en-US" sz="1800" dirty="0">
                <a:solidFill>
                  <a:schemeClr val="bg1"/>
                </a:solidFill>
              </a:rPr>
              <a:t>格闘ゲームです。</a:t>
            </a:r>
            <a:br>
              <a:rPr lang="ja-JP" altLang="en-US" sz="1800" dirty="0">
                <a:solidFill>
                  <a:schemeClr val="bg1"/>
                </a:solidFill>
              </a:rPr>
            </a:br>
            <a:r>
              <a:rPr lang="ja-JP" altLang="en-US" sz="1800" dirty="0">
                <a:solidFill>
                  <a:schemeClr val="bg1"/>
                </a:solidFill>
              </a:rPr>
              <a:t>攻撃は「パンチ（弱・中・強）」と「キック（弱・中・強）」の全</a:t>
            </a:r>
            <a:r>
              <a:rPr lang="en-US" altLang="ja-JP" sz="1800" dirty="0">
                <a:solidFill>
                  <a:schemeClr val="bg1"/>
                </a:solidFill>
              </a:rPr>
              <a:t>6</a:t>
            </a:r>
            <a:r>
              <a:rPr lang="ja-JP" altLang="en-US" sz="1800" dirty="0">
                <a:solidFill>
                  <a:schemeClr val="bg1"/>
                </a:solidFill>
              </a:rPr>
              <a:t>種類　　　があり、攻撃の強さによって威力や発生速度が変化します。</a:t>
            </a:r>
            <a:br>
              <a:rPr lang="ja-JP" altLang="en-US" sz="1800" dirty="0">
                <a:solidFill>
                  <a:schemeClr val="bg1"/>
                </a:solidFill>
              </a:rPr>
            </a:br>
            <a:r>
              <a:rPr lang="ja-JP" altLang="en-US" sz="1800" dirty="0">
                <a:solidFill>
                  <a:schemeClr val="bg1"/>
                </a:solidFill>
              </a:rPr>
              <a:t>相手の</a:t>
            </a:r>
            <a:r>
              <a:rPr lang="en-US" altLang="ja-JP" sz="1800" dirty="0">
                <a:solidFill>
                  <a:schemeClr val="bg1"/>
                </a:solidFill>
              </a:rPr>
              <a:t>HP</a:t>
            </a:r>
            <a:r>
              <a:rPr lang="ja-JP" altLang="en-US" sz="1800" dirty="0">
                <a:solidFill>
                  <a:schemeClr val="bg1"/>
                </a:solidFill>
              </a:rPr>
              <a:t>を</a:t>
            </a:r>
            <a:r>
              <a:rPr lang="en-US" altLang="ja-JP" sz="1800" dirty="0">
                <a:solidFill>
                  <a:schemeClr val="bg1"/>
                </a:solidFill>
              </a:rPr>
              <a:t>0</a:t>
            </a:r>
            <a:r>
              <a:rPr lang="ja-JP" altLang="en-US" sz="1800" dirty="0">
                <a:solidFill>
                  <a:schemeClr val="bg1"/>
                </a:solidFill>
              </a:rPr>
              <a:t>にすると勝利となります。</a:t>
            </a:r>
            <a:br>
              <a:rPr lang="ja-JP" altLang="en-US" sz="1800" dirty="0">
                <a:solidFill>
                  <a:schemeClr val="bg1"/>
                </a:solidFill>
              </a:rPr>
            </a:br>
            <a:r>
              <a:rPr lang="ja-JP" altLang="en-US" sz="1800" dirty="0">
                <a:solidFill>
                  <a:schemeClr val="bg1"/>
                </a:solidFill>
              </a:rPr>
              <a:t>キャラクターは</a:t>
            </a:r>
            <a:r>
              <a:rPr lang="en-US" altLang="ja-JP" sz="1800" dirty="0">
                <a:solidFill>
                  <a:schemeClr val="bg1"/>
                </a:solidFill>
              </a:rPr>
              <a:t>1</a:t>
            </a:r>
            <a:r>
              <a:rPr lang="ja-JP" altLang="en-US" sz="1800" dirty="0">
                <a:solidFill>
                  <a:schemeClr val="bg1"/>
                </a:solidFill>
              </a:rPr>
              <a:t>種類のみですが、攻撃の組み合わせや距離の取り方で多彩な戦い方ができます。</a:t>
            </a:r>
            <a:br>
              <a:rPr lang="ja-JP" altLang="en-US" sz="1800" dirty="0">
                <a:solidFill>
                  <a:schemeClr val="bg1"/>
                </a:solidFill>
              </a:rPr>
            </a:br>
            <a:r>
              <a:rPr lang="en-US" altLang="ja-JP" sz="1800" dirty="0">
                <a:solidFill>
                  <a:schemeClr val="bg1"/>
                </a:solidFill>
              </a:rPr>
              <a:t>HP</a:t>
            </a:r>
            <a:r>
              <a:rPr lang="ja-JP" altLang="en-US" sz="1800" dirty="0">
                <a:solidFill>
                  <a:schemeClr val="bg1"/>
                </a:solidFill>
              </a:rPr>
              <a:t>バーは画面上部に固定表示され、操作のテンポや打撃感を重視したバトルを目指しました。</a:t>
            </a:r>
            <a:endParaRPr kumimoji="1" lang="ja-JP" altLang="en-US" sz="1800" dirty="0">
              <a:solidFill>
                <a:schemeClr val="bg1"/>
              </a:solidFill>
            </a:endParaRPr>
          </a:p>
        </p:txBody>
      </p:sp>
      <p:sp>
        <p:nvSpPr>
          <p:cNvPr id="5" name="タイトル 1">
            <a:extLst>
              <a:ext uri="{FF2B5EF4-FFF2-40B4-BE49-F238E27FC236}">
                <a16:creationId xmlns:a16="http://schemas.microsoft.com/office/drawing/2014/main" id="{C26F9C28-2BFA-4D04-A864-32FDAF3A1932}"/>
              </a:ext>
            </a:extLst>
          </p:cNvPr>
          <p:cNvSpPr txBox="1">
            <a:spLocks/>
          </p:cNvSpPr>
          <p:nvPr/>
        </p:nvSpPr>
        <p:spPr>
          <a:xfrm>
            <a:off x="331077" y="3968970"/>
            <a:ext cx="7859109" cy="2175641"/>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400" dirty="0">
                <a:solidFill>
                  <a:schemeClr val="bg1"/>
                </a:solidFill>
              </a:rPr>
              <a:t>【</a:t>
            </a:r>
            <a:r>
              <a:rPr lang="ja-JP" altLang="en-US" sz="2400" dirty="0">
                <a:solidFill>
                  <a:schemeClr val="bg1"/>
                </a:solidFill>
              </a:rPr>
              <a:t>制作意図</a:t>
            </a:r>
            <a:r>
              <a:rPr lang="en-US" altLang="ja-JP" sz="2400" dirty="0">
                <a:solidFill>
                  <a:schemeClr val="bg1"/>
                </a:solidFill>
              </a:rPr>
              <a:t>】</a:t>
            </a:r>
            <a:br>
              <a:rPr lang="en-US" altLang="ja-JP" sz="1800" dirty="0">
                <a:solidFill>
                  <a:schemeClr val="bg1"/>
                </a:solidFill>
              </a:rPr>
            </a:br>
            <a:br>
              <a:rPr lang="en-US" altLang="ja-JP" sz="1800" dirty="0">
                <a:solidFill>
                  <a:schemeClr val="bg1"/>
                </a:solidFill>
              </a:rPr>
            </a:br>
            <a:r>
              <a:rPr lang="ja-JP" altLang="en-US" sz="1800" dirty="0">
                <a:solidFill>
                  <a:schemeClr val="bg1"/>
                </a:solidFill>
              </a:rPr>
              <a:t>格闘ゲームは、当たり判定やフレーム処理など、プログラム面で高い精度が求められるジャンルです。</a:t>
            </a:r>
            <a:br>
              <a:rPr lang="ja-JP" altLang="en-US" sz="1800" dirty="0">
                <a:solidFill>
                  <a:schemeClr val="bg1"/>
                </a:solidFill>
              </a:rPr>
            </a:br>
            <a:r>
              <a:rPr lang="ja-JP" altLang="en-US" sz="1800" dirty="0">
                <a:solidFill>
                  <a:schemeClr val="bg1"/>
                </a:solidFill>
              </a:rPr>
              <a:t>その複雑なシステムを一から自作することで、ゲームの設計や構造をより深く理解できると考え、制作しました。</a:t>
            </a:r>
            <a:br>
              <a:rPr lang="ja-JP" altLang="en-US" sz="1800" dirty="0">
                <a:solidFill>
                  <a:schemeClr val="bg1"/>
                </a:solidFill>
              </a:rPr>
            </a:br>
            <a:r>
              <a:rPr lang="en-US" altLang="ja-JP" sz="1800" dirty="0">
                <a:solidFill>
                  <a:schemeClr val="bg1"/>
                </a:solidFill>
              </a:rPr>
              <a:t>3</a:t>
            </a:r>
            <a:r>
              <a:rPr lang="ja-JP" altLang="en-US" sz="1800" dirty="0">
                <a:solidFill>
                  <a:schemeClr val="bg1"/>
                </a:solidFill>
              </a:rPr>
              <a:t>年間の集大成として、</a:t>
            </a:r>
            <a:r>
              <a:rPr lang="en-US" altLang="ja-JP" sz="1800" dirty="0">
                <a:solidFill>
                  <a:schemeClr val="bg1"/>
                </a:solidFill>
              </a:rPr>
              <a:t>C++</a:t>
            </a:r>
            <a:r>
              <a:rPr lang="ja-JP" altLang="en-US" sz="1800" dirty="0">
                <a:solidFill>
                  <a:schemeClr val="bg1"/>
                </a:solidFill>
              </a:rPr>
              <a:t>と</a:t>
            </a:r>
            <a:r>
              <a:rPr lang="en-US" altLang="ja-JP" sz="1800" dirty="0" err="1">
                <a:solidFill>
                  <a:schemeClr val="bg1"/>
                </a:solidFill>
              </a:rPr>
              <a:t>DxLib</a:t>
            </a:r>
            <a:r>
              <a:rPr lang="ja-JP" altLang="en-US" sz="1800" dirty="0">
                <a:solidFill>
                  <a:schemeClr val="bg1"/>
                </a:solidFill>
              </a:rPr>
              <a:t>を用い、エンジンに頼らない実装力を試しました。</a:t>
            </a:r>
          </a:p>
        </p:txBody>
      </p:sp>
      <p:pic>
        <p:nvPicPr>
          <p:cNvPr id="7" name="図 6">
            <a:extLst>
              <a:ext uri="{FF2B5EF4-FFF2-40B4-BE49-F238E27FC236}">
                <a16:creationId xmlns:a16="http://schemas.microsoft.com/office/drawing/2014/main" id="{AB3BFE7F-FFA5-4995-9450-A9FDC8A813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6178" y="960055"/>
            <a:ext cx="3723290" cy="2327056"/>
          </a:xfrm>
          <a:prstGeom prst="rect">
            <a:avLst/>
          </a:prstGeom>
        </p:spPr>
      </p:pic>
      <p:pic>
        <p:nvPicPr>
          <p:cNvPr id="9" name="図 8">
            <a:extLst>
              <a:ext uri="{FF2B5EF4-FFF2-40B4-BE49-F238E27FC236}">
                <a16:creationId xmlns:a16="http://schemas.microsoft.com/office/drawing/2014/main" id="{EC12FD31-E6C0-4639-BA9A-438C243F18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00999" y="3968970"/>
            <a:ext cx="3723290" cy="2327056"/>
          </a:xfrm>
          <a:prstGeom prst="rect">
            <a:avLst/>
          </a:prstGeom>
        </p:spPr>
      </p:pic>
    </p:spTree>
    <p:extLst>
      <p:ext uri="{BB962C8B-B14F-4D97-AF65-F5344CB8AC3E}">
        <p14:creationId xmlns:p14="http://schemas.microsoft.com/office/powerpoint/2010/main" val="3743922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12332DC1-B76A-47B5-853B-3B4CF8E01D21}"/>
              </a:ext>
            </a:extLst>
          </p:cNvPr>
          <p:cNvPicPr>
            <a:picLocks noChangeAspect="1"/>
          </p:cNvPicPr>
          <p:nvPr/>
        </p:nvPicPr>
        <p:blipFill>
          <a:blip r:embed="rId2"/>
          <a:stretch>
            <a:fillRect/>
          </a:stretch>
        </p:blipFill>
        <p:spPr>
          <a:xfrm>
            <a:off x="0" y="0"/>
            <a:ext cx="12192000" cy="6857999"/>
          </a:xfrm>
          <a:prstGeom prst="rect">
            <a:avLst/>
          </a:prstGeom>
        </p:spPr>
      </p:pic>
      <p:sp>
        <p:nvSpPr>
          <p:cNvPr id="10" name="テキスト ボックス 9">
            <a:extLst>
              <a:ext uri="{FF2B5EF4-FFF2-40B4-BE49-F238E27FC236}">
                <a16:creationId xmlns:a16="http://schemas.microsoft.com/office/drawing/2014/main" id="{E0EE238F-FB2D-4A9B-BAF0-5E250B245B05}"/>
              </a:ext>
            </a:extLst>
          </p:cNvPr>
          <p:cNvSpPr txBox="1"/>
          <p:nvPr/>
        </p:nvSpPr>
        <p:spPr>
          <a:xfrm>
            <a:off x="971860" y="1720840"/>
            <a:ext cx="5914076" cy="3416320"/>
          </a:xfrm>
          <a:prstGeom prst="rect">
            <a:avLst/>
          </a:prstGeom>
          <a:noFill/>
        </p:spPr>
        <p:txBody>
          <a:bodyPr wrap="square" rtlCol="0">
            <a:spAutoFit/>
          </a:bodyPr>
          <a:lstStyle/>
          <a:p>
            <a:r>
              <a:rPr lang="en-US" altLang="ja-JP" dirty="0">
                <a:solidFill>
                  <a:schemeClr val="bg1"/>
                </a:solidFill>
              </a:rPr>
              <a:t>【</a:t>
            </a:r>
            <a:r>
              <a:rPr lang="ja-JP" altLang="en-US" dirty="0">
                <a:solidFill>
                  <a:schemeClr val="bg1"/>
                </a:solidFill>
              </a:rPr>
              <a:t>キーボードコマンド</a:t>
            </a:r>
            <a:r>
              <a:rPr lang="en-US" altLang="ja-JP" dirty="0">
                <a:solidFill>
                  <a:schemeClr val="bg1"/>
                </a:solidFill>
              </a:rPr>
              <a:t>】</a:t>
            </a:r>
          </a:p>
          <a:p>
            <a:endParaRPr lang="en-US" altLang="ja-JP" dirty="0">
              <a:solidFill>
                <a:schemeClr val="bg1"/>
              </a:solidFill>
            </a:endParaRPr>
          </a:p>
          <a:p>
            <a:r>
              <a:rPr lang="ja-JP" altLang="en-US" dirty="0">
                <a:solidFill>
                  <a:schemeClr val="bg1"/>
                </a:solidFill>
              </a:rPr>
              <a:t>・左移動　　：</a:t>
            </a:r>
            <a:endParaRPr lang="en-US" altLang="ja-JP" dirty="0">
              <a:solidFill>
                <a:schemeClr val="bg1"/>
              </a:solidFill>
            </a:endParaRPr>
          </a:p>
          <a:p>
            <a:endParaRPr lang="en-US" altLang="ja-JP" dirty="0">
              <a:solidFill>
                <a:schemeClr val="bg1"/>
              </a:solidFill>
            </a:endParaRPr>
          </a:p>
          <a:p>
            <a:r>
              <a:rPr lang="ja-JP" altLang="en-US" dirty="0">
                <a:solidFill>
                  <a:schemeClr val="bg1"/>
                </a:solidFill>
              </a:rPr>
              <a:t>・右移動　　：</a:t>
            </a:r>
            <a:endParaRPr lang="en-US" altLang="ja-JP" dirty="0">
              <a:solidFill>
                <a:schemeClr val="bg1"/>
              </a:solidFill>
            </a:endParaRPr>
          </a:p>
          <a:p>
            <a:endParaRPr lang="en-US" altLang="ja-JP" dirty="0">
              <a:solidFill>
                <a:schemeClr val="bg1"/>
              </a:solidFill>
            </a:endParaRPr>
          </a:p>
          <a:p>
            <a:r>
              <a:rPr lang="ja-JP" altLang="en-US" dirty="0">
                <a:solidFill>
                  <a:schemeClr val="bg1"/>
                </a:solidFill>
              </a:rPr>
              <a:t>・パンチ弱　：</a:t>
            </a:r>
            <a:endParaRPr lang="en-US" altLang="ja-JP" dirty="0">
              <a:solidFill>
                <a:schemeClr val="bg1"/>
              </a:solidFill>
            </a:endParaRPr>
          </a:p>
          <a:p>
            <a:endParaRPr lang="en-US" altLang="ja-JP" dirty="0">
              <a:solidFill>
                <a:schemeClr val="bg1"/>
              </a:solidFill>
            </a:endParaRPr>
          </a:p>
          <a:p>
            <a:r>
              <a:rPr lang="en-US" altLang="ja-JP" dirty="0">
                <a:solidFill>
                  <a:schemeClr val="bg1"/>
                </a:solidFill>
              </a:rPr>
              <a:t>	</a:t>
            </a:r>
            <a:r>
              <a:rPr lang="ja-JP" altLang="en-US" dirty="0">
                <a:solidFill>
                  <a:schemeClr val="bg1"/>
                </a:solidFill>
              </a:rPr>
              <a:t>中：</a:t>
            </a:r>
            <a:endParaRPr lang="en-US" altLang="ja-JP" dirty="0">
              <a:solidFill>
                <a:schemeClr val="bg1"/>
              </a:solidFill>
            </a:endParaRPr>
          </a:p>
          <a:p>
            <a:endParaRPr lang="en-US" altLang="ja-JP" dirty="0">
              <a:solidFill>
                <a:schemeClr val="bg1"/>
              </a:solidFill>
            </a:endParaRPr>
          </a:p>
          <a:p>
            <a:r>
              <a:rPr lang="en-US" altLang="ja-JP" dirty="0">
                <a:solidFill>
                  <a:schemeClr val="bg1"/>
                </a:solidFill>
              </a:rPr>
              <a:t>	</a:t>
            </a:r>
            <a:r>
              <a:rPr lang="ja-JP" altLang="en-US" dirty="0">
                <a:solidFill>
                  <a:schemeClr val="bg1"/>
                </a:solidFill>
              </a:rPr>
              <a:t>強：</a:t>
            </a:r>
            <a:endParaRPr lang="en-US" altLang="ja-JP" dirty="0">
              <a:solidFill>
                <a:schemeClr val="bg1"/>
              </a:solidFill>
            </a:endParaRPr>
          </a:p>
          <a:p>
            <a:endParaRPr lang="en-US" altLang="ja-JP" dirty="0">
              <a:solidFill>
                <a:schemeClr val="bg1"/>
              </a:solidFill>
            </a:endParaRPr>
          </a:p>
        </p:txBody>
      </p:sp>
      <p:sp>
        <p:nvSpPr>
          <p:cNvPr id="11" name="テキスト ボックス 10">
            <a:extLst>
              <a:ext uri="{FF2B5EF4-FFF2-40B4-BE49-F238E27FC236}">
                <a16:creationId xmlns:a16="http://schemas.microsoft.com/office/drawing/2014/main" id="{539E2AC6-25FF-4C71-A9FD-32E00FA4E5AF}"/>
              </a:ext>
            </a:extLst>
          </p:cNvPr>
          <p:cNvSpPr txBox="1"/>
          <p:nvPr/>
        </p:nvSpPr>
        <p:spPr>
          <a:xfrm>
            <a:off x="6123070" y="1503802"/>
            <a:ext cx="4566745" cy="1477328"/>
          </a:xfrm>
          <a:prstGeom prst="rect">
            <a:avLst/>
          </a:prstGeom>
          <a:noFill/>
        </p:spPr>
        <p:txBody>
          <a:bodyPr wrap="square" rtlCol="0">
            <a:spAutoFit/>
          </a:bodyPr>
          <a:lstStyle/>
          <a:p>
            <a:r>
              <a:rPr lang="en-US" altLang="ja-JP" dirty="0">
                <a:solidFill>
                  <a:schemeClr val="bg1"/>
                </a:solidFill>
              </a:rPr>
              <a:t>【</a:t>
            </a:r>
            <a:r>
              <a:rPr lang="ja-JP" altLang="en-US" dirty="0">
                <a:solidFill>
                  <a:schemeClr val="bg1"/>
                </a:solidFill>
              </a:rPr>
              <a:t>トレーニング専用コマンド</a:t>
            </a:r>
            <a:r>
              <a:rPr lang="en-US" altLang="ja-JP" dirty="0">
                <a:solidFill>
                  <a:schemeClr val="bg1"/>
                </a:solidFill>
              </a:rPr>
              <a:t>】</a:t>
            </a:r>
          </a:p>
          <a:p>
            <a:endParaRPr lang="en-US" altLang="ja-JP" dirty="0">
              <a:solidFill>
                <a:schemeClr val="bg1"/>
              </a:solidFill>
            </a:endParaRPr>
          </a:p>
          <a:p>
            <a:r>
              <a:rPr lang="ja-JP" altLang="en-US" dirty="0">
                <a:solidFill>
                  <a:schemeClr val="bg1"/>
                </a:solidFill>
              </a:rPr>
              <a:t>・オプション：</a:t>
            </a:r>
            <a:endParaRPr lang="en-US" altLang="ja-JP" sz="1800" dirty="0">
              <a:solidFill>
                <a:schemeClr val="bg1"/>
              </a:solidFill>
              <a:latin typeface="+mn-ea"/>
            </a:endParaRPr>
          </a:p>
          <a:p>
            <a:endParaRPr lang="en-US" altLang="ja-JP" dirty="0">
              <a:solidFill>
                <a:schemeClr val="bg1"/>
              </a:solidFill>
              <a:latin typeface="+mn-ea"/>
            </a:endParaRPr>
          </a:p>
          <a:p>
            <a:r>
              <a:rPr lang="ja-JP" altLang="en-US" dirty="0">
                <a:solidFill>
                  <a:schemeClr val="bg1"/>
                </a:solidFill>
                <a:latin typeface="+mn-ea"/>
              </a:rPr>
              <a:t>・モード切替：</a:t>
            </a:r>
            <a:endParaRPr lang="en-US" altLang="ja-JP" dirty="0">
              <a:solidFill>
                <a:schemeClr val="bg1"/>
              </a:solidFill>
              <a:latin typeface="+mn-ea"/>
            </a:endParaRPr>
          </a:p>
        </p:txBody>
      </p:sp>
      <p:sp>
        <p:nvSpPr>
          <p:cNvPr id="12" name="テキスト ボックス 11">
            <a:extLst>
              <a:ext uri="{FF2B5EF4-FFF2-40B4-BE49-F238E27FC236}">
                <a16:creationId xmlns:a16="http://schemas.microsoft.com/office/drawing/2014/main" id="{BB4B2347-92CB-42D1-80C5-9B9B8D8DF1D2}"/>
              </a:ext>
            </a:extLst>
          </p:cNvPr>
          <p:cNvSpPr txBox="1"/>
          <p:nvPr/>
        </p:nvSpPr>
        <p:spPr>
          <a:xfrm>
            <a:off x="6096000" y="3301114"/>
            <a:ext cx="4566745" cy="2862322"/>
          </a:xfrm>
          <a:prstGeom prst="rect">
            <a:avLst/>
          </a:prstGeom>
          <a:noFill/>
        </p:spPr>
        <p:txBody>
          <a:bodyPr wrap="square" rtlCol="0">
            <a:spAutoFit/>
          </a:bodyPr>
          <a:lstStyle/>
          <a:p>
            <a:r>
              <a:rPr lang="en-US" altLang="ja-JP" dirty="0">
                <a:solidFill>
                  <a:schemeClr val="bg1"/>
                </a:solidFill>
              </a:rPr>
              <a:t>【</a:t>
            </a:r>
            <a:r>
              <a:rPr lang="ja-JP" altLang="en-US" dirty="0">
                <a:solidFill>
                  <a:schemeClr val="bg1"/>
                </a:solidFill>
              </a:rPr>
              <a:t>選択コマンド</a:t>
            </a:r>
            <a:r>
              <a:rPr lang="en-US" altLang="ja-JP" dirty="0">
                <a:solidFill>
                  <a:schemeClr val="bg1"/>
                </a:solidFill>
              </a:rPr>
              <a:t>】</a:t>
            </a:r>
          </a:p>
          <a:p>
            <a:endParaRPr lang="en-US" altLang="ja-JP" dirty="0">
              <a:solidFill>
                <a:schemeClr val="bg1"/>
              </a:solidFill>
            </a:endParaRPr>
          </a:p>
          <a:p>
            <a:r>
              <a:rPr lang="ja-JP" altLang="en-US" dirty="0">
                <a:solidFill>
                  <a:schemeClr val="bg1"/>
                </a:solidFill>
              </a:rPr>
              <a:t>・</a:t>
            </a:r>
            <a:r>
              <a:rPr lang="en-US" altLang="ja-JP" dirty="0">
                <a:solidFill>
                  <a:schemeClr val="bg1"/>
                </a:solidFill>
              </a:rPr>
              <a:t>UI</a:t>
            </a:r>
            <a:r>
              <a:rPr lang="ja-JP" altLang="en-US" dirty="0">
                <a:solidFill>
                  <a:schemeClr val="bg1"/>
                </a:solidFill>
              </a:rPr>
              <a:t>の移動　：</a:t>
            </a:r>
            <a:endParaRPr lang="en-US" altLang="ja-JP" dirty="0">
              <a:solidFill>
                <a:schemeClr val="bg1"/>
              </a:solidFill>
            </a:endParaRPr>
          </a:p>
          <a:p>
            <a:endParaRPr lang="en-US" altLang="ja-JP" sz="1800" dirty="0">
              <a:solidFill>
                <a:schemeClr val="bg1"/>
              </a:solidFill>
              <a:latin typeface="+mn-ea"/>
            </a:endParaRPr>
          </a:p>
          <a:p>
            <a:endParaRPr lang="en-US" altLang="ja-JP" dirty="0">
              <a:solidFill>
                <a:schemeClr val="bg1"/>
              </a:solidFill>
              <a:latin typeface="+mn-ea"/>
            </a:endParaRPr>
          </a:p>
          <a:p>
            <a:r>
              <a:rPr lang="ja-JP" altLang="en-US" dirty="0">
                <a:solidFill>
                  <a:schemeClr val="bg1"/>
                </a:solidFill>
                <a:latin typeface="+mn-ea"/>
              </a:rPr>
              <a:t>・決定＆解除：</a:t>
            </a:r>
            <a:endParaRPr lang="en-US" altLang="ja-JP" dirty="0">
              <a:solidFill>
                <a:schemeClr val="bg1"/>
              </a:solidFill>
              <a:latin typeface="+mn-ea"/>
            </a:endParaRPr>
          </a:p>
          <a:p>
            <a:endParaRPr lang="en-US" altLang="ja-JP" dirty="0">
              <a:solidFill>
                <a:schemeClr val="bg1"/>
              </a:solidFill>
              <a:latin typeface="+mn-ea"/>
            </a:endParaRPr>
          </a:p>
          <a:p>
            <a:r>
              <a:rPr lang="ja-JP" altLang="en-US" dirty="0">
                <a:solidFill>
                  <a:schemeClr val="bg1"/>
                </a:solidFill>
                <a:latin typeface="+mn-ea"/>
              </a:rPr>
              <a:t>・タイトルへ：</a:t>
            </a:r>
            <a:br>
              <a:rPr lang="en-US" altLang="ja-JP" dirty="0">
                <a:solidFill>
                  <a:schemeClr val="bg1"/>
                </a:solidFill>
                <a:latin typeface="+mn-ea"/>
              </a:rPr>
            </a:br>
            <a:endParaRPr lang="en-US" altLang="ja-JP" dirty="0">
              <a:solidFill>
                <a:schemeClr val="bg1"/>
              </a:solidFill>
              <a:latin typeface="+mn-ea"/>
            </a:endParaRPr>
          </a:p>
          <a:p>
            <a:r>
              <a:rPr lang="ja-JP" altLang="en-US" dirty="0">
                <a:solidFill>
                  <a:schemeClr val="bg1"/>
                </a:solidFill>
                <a:latin typeface="+mn-ea"/>
              </a:rPr>
              <a:t>・ゲーム終了：</a:t>
            </a:r>
            <a:endParaRPr lang="en-US" altLang="ja-JP" dirty="0">
              <a:solidFill>
                <a:schemeClr val="bg1"/>
              </a:solidFill>
              <a:latin typeface="+mn-ea"/>
            </a:endParaRPr>
          </a:p>
        </p:txBody>
      </p:sp>
      <p:sp>
        <p:nvSpPr>
          <p:cNvPr id="2" name="タイトル 1">
            <a:extLst>
              <a:ext uri="{FF2B5EF4-FFF2-40B4-BE49-F238E27FC236}">
                <a16:creationId xmlns:a16="http://schemas.microsoft.com/office/drawing/2014/main" id="{646F406E-6800-42C8-A3AF-63C86E852BA7}"/>
              </a:ext>
            </a:extLst>
          </p:cNvPr>
          <p:cNvSpPr>
            <a:spLocks noGrp="1"/>
          </p:cNvSpPr>
          <p:nvPr>
            <p:ph type="title"/>
          </p:nvPr>
        </p:nvSpPr>
        <p:spPr>
          <a:xfrm>
            <a:off x="585952" y="386238"/>
            <a:ext cx="10515600" cy="1325563"/>
          </a:xfrm>
        </p:spPr>
        <p:txBody>
          <a:bodyPr/>
          <a:lstStyle/>
          <a:p>
            <a:r>
              <a:rPr kumimoji="1" lang="en-US" altLang="ja-JP" dirty="0">
                <a:solidFill>
                  <a:schemeClr val="bg1"/>
                </a:solidFill>
              </a:rPr>
              <a:t>【</a:t>
            </a:r>
            <a:r>
              <a:rPr kumimoji="1" lang="ja-JP" altLang="en-US" dirty="0">
                <a:solidFill>
                  <a:schemeClr val="bg1"/>
                </a:solidFill>
              </a:rPr>
              <a:t>キーボード操作方法</a:t>
            </a:r>
            <a:r>
              <a:rPr kumimoji="1" lang="en-US" altLang="ja-JP" dirty="0">
                <a:solidFill>
                  <a:schemeClr val="bg1"/>
                </a:solidFill>
              </a:rPr>
              <a:t>】</a:t>
            </a:r>
            <a:endParaRPr kumimoji="1" lang="ja-JP" altLang="en-US" dirty="0">
              <a:solidFill>
                <a:schemeClr val="bg1"/>
              </a:solidFill>
            </a:endParaRPr>
          </a:p>
        </p:txBody>
      </p:sp>
      <p:pic>
        <p:nvPicPr>
          <p:cNvPr id="7" name="図 6">
            <a:extLst>
              <a:ext uri="{FF2B5EF4-FFF2-40B4-BE49-F238E27FC236}">
                <a16:creationId xmlns:a16="http://schemas.microsoft.com/office/drawing/2014/main" id="{9E82BDA5-EEDF-46F4-8640-50886797BF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5614" y="2117251"/>
            <a:ext cx="575913" cy="575913"/>
          </a:xfrm>
          <a:prstGeom prst="rect">
            <a:avLst/>
          </a:prstGeom>
        </p:spPr>
      </p:pic>
      <p:pic>
        <p:nvPicPr>
          <p:cNvPr id="14" name="図 13">
            <a:extLst>
              <a:ext uri="{FF2B5EF4-FFF2-40B4-BE49-F238E27FC236}">
                <a16:creationId xmlns:a16="http://schemas.microsoft.com/office/drawing/2014/main" id="{25D8F309-FDDB-4CCC-BBF2-641413C726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5614" y="2702203"/>
            <a:ext cx="575913" cy="575913"/>
          </a:xfrm>
          <a:prstGeom prst="rect">
            <a:avLst/>
          </a:prstGeom>
        </p:spPr>
      </p:pic>
      <p:pic>
        <p:nvPicPr>
          <p:cNvPr id="16" name="図 15">
            <a:extLst>
              <a:ext uri="{FF2B5EF4-FFF2-40B4-BE49-F238E27FC236}">
                <a16:creationId xmlns:a16="http://schemas.microsoft.com/office/drawing/2014/main" id="{70CF7899-83B9-422B-B8B0-5DE161FFCB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65614" y="3264477"/>
            <a:ext cx="575913" cy="575913"/>
          </a:xfrm>
          <a:prstGeom prst="rect">
            <a:avLst/>
          </a:prstGeom>
        </p:spPr>
      </p:pic>
      <p:pic>
        <p:nvPicPr>
          <p:cNvPr id="18" name="図 17">
            <a:extLst>
              <a:ext uri="{FF2B5EF4-FFF2-40B4-BE49-F238E27FC236}">
                <a16:creationId xmlns:a16="http://schemas.microsoft.com/office/drawing/2014/main" id="{54C847E7-6AAB-43B9-8AFA-CC307249C52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58794" y="3794827"/>
            <a:ext cx="575913" cy="575913"/>
          </a:xfrm>
          <a:prstGeom prst="rect">
            <a:avLst/>
          </a:prstGeom>
        </p:spPr>
      </p:pic>
      <p:pic>
        <p:nvPicPr>
          <p:cNvPr id="20" name="図 19">
            <a:extLst>
              <a:ext uri="{FF2B5EF4-FFF2-40B4-BE49-F238E27FC236}">
                <a16:creationId xmlns:a16="http://schemas.microsoft.com/office/drawing/2014/main" id="{2D099652-A0FA-4C5A-AC8D-42E2FB23F54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65614" y="4363252"/>
            <a:ext cx="562274" cy="562274"/>
          </a:xfrm>
          <a:prstGeom prst="rect">
            <a:avLst/>
          </a:prstGeom>
        </p:spPr>
      </p:pic>
      <p:pic>
        <p:nvPicPr>
          <p:cNvPr id="22" name="図 21">
            <a:extLst>
              <a:ext uri="{FF2B5EF4-FFF2-40B4-BE49-F238E27FC236}">
                <a16:creationId xmlns:a16="http://schemas.microsoft.com/office/drawing/2014/main" id="{C64C02C5-E57B-4843-B3AC-B09BF133A99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199305" y="2117250"/>
            <a:ext cx="535398" cy="575913"/>
          </a:xfrm>
          <a:prstGeom prst="rect">
            <a:avLst/>
          </a:prstGeom>
        </p:spPr>
      </p:pic>
      <p:pic>
        <p:nvPicPr>
          <p:cNvPr id="24" name="図 23">
            <a:extLst>
              <a:ext uri="{FF2B5EF4-FFF2-40B4-BE49-F238E27FC236}">
                <a16:creationId xmlns:a16="http://schemas.microsoft.com/office/drawing/2014/main" id="{CBDD5CC7-76E4-4978-945E-DF1A3976CDE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199305" y="2702202"/>
            <a:ext cx="575913" cy="575913"/>
          </a:xfrm>
          <a:prstGeom prst="rect">
            <a:avLst/>
          </a:prstGeom>
        </p:spPr>
      </p:pic>
      <p:pic>
        <p:nvPicPr>
          <p:cNvPr id="26" name="図 25">
            <a:extLst>
              <a:ext uri="{FF2B5EF4-FFF2-40B4-BE49-F238E27FC236}">
                <a16:creationId xmlns:a16="http://schemas.microsoft.com/office/drawing/2014/main" id="{1B3F6DC4-B28F-4E72-9444-0AF6F497B57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217646" y="3260427"/>
            <a:ext cx="530351" cy="575913"/>
          </a:xfrm>
          <a:prstGeom prst="rect">
            <a:avLst/>
          </a:prstGeom>
        </p:spPr>
      </p:pic>
      <p:sp>
        <p:nvSpPr>
          <p:cNvPr id="29" name="テキスト ボックス 28">
            <a:extLst>
              <a:ext uri="{FF2B5EF4-FFF2-40B4-BE49-F238E27FC236}">
                <a16:creationId xmlns:a16="http://schemas.microsoft.com/office/drawing/2014/main" id="{E04DA076-61B8-4C0C-8942-1F0EA0BA2DCA}"/>
              </a:ext>
            </a:extLst>
          </p:cNvPr>
          <p:cNvSpPr txBox="1"/>
          <p:nvPr/>
        </p:nvSpPr>
        <p:spPr>
          <a:xfrm>
            <a:off x="3615165" y="2279065"/>
            <a:ext cx="2022491" cy="2031325"/>
          </a:xfrm>
          <a:prstGeom prst="rect">
            <a:avLst/>
          </a:prstGeom>
          <a:noFill/>
        </p:spPr>
        <p:txBody>
          <a:bodyPr wrap="square" rtlCol="0">
            <a:spAutoFit/>
          </a:bodyPr>
          <a:lstStyle/>
          <a:p>
            <a:r>
              <a:rPr lang="ja-JP" altLang="en-US" dirty="0">
                <a:solidFill>
                  <a:schemeClr val="bg1"/>
                </a:solidFill>
              </a:rPr>
              <a:t>・キック弱：</a:t>
            </a:r>
            <a:endParaRPr lang="en-US" altLang="ja-JP" dirty="0">
              <a:solidFill>
                <a:schemeClr val="bg1"/>
              </a:solidFill>
            </a:endParaRPr>
          </a:p>
          <a:p>
            <a:endParaRPr lang="en-US" altLang="ja-JP" dirty="0">
              <a:solidFill>
                <a:schemeClr val="bg1"/>
              </a:solidFill>
            </a:endParaRPr>
          </a:p>
          <a:p>
            <a:r>
              <a:rPr lang="en-US" altLang="ja-JP" dirty="0">
                <a:solidFill>
                  <a:schemeClr val="bg1"/>
                </a:solidFill>
              </a:rPr>
              <a:t>	</a:t>
            </a:r>
            <a:r>
              <a:rPr lang="ja-JP" altLang="en-US" dirty="0">
                <a:solidFill>
                  <a:schemeClr val="bg1"/>
                </a:solidFill>
              </a:rPr>
              <a:t>中：</a:t>
            </a:r>
            <a:endParaRPr lang="en-US" altLang="ja-JP" dirty="0">
              <a:solidFill>
                <a:schemeClr val="bg1"/>
              </a:solidFill>
            </a:endParaRPr>
          </a:p>
          <a:p>
            <a:endParaRPr lang="en-US" altLang="ja-JP" dirty="0">
              <a:solidFill>
                <a:schemeClr val="bg1"/>
              </a:solidFill>
            </a:endParaRPr>
          </a:p>
          <a:p>
            <a:r>
              <a:rPr lang="en-US" altLang="ja-JP" dirty="0">
                <a:solidFill>
                  <a:schemeClr val="bg1"/>
                </a:solidFill>
              </a:rPr>
              <a:t>	</a:t>
            </a:r>
            <a:r>
              <a:rPr lang="ja-JP" altLang="en-US" dirty="0">
                <a:solidFill>
                  <a:schemeClr val="bg1"/>
                </a:solidFill>
              </a:rPr>
              <a:t>強：</a:t>
            </a:r>
            <a:endParaRPr lang="en-US" altLang="ja-JP" dirty="0">
              <a:solidFill>
                <a:schemeClr val="bg1"/>
              </a:solidFill>
            </a:endParaRPr>
          </a:p>
          <a:p>
            <a:endParaRPr lang="en-US" altLang="ja-JP" dirty="0">
              <a:solidFill>
                <a:schemeClr val="bg1"/>
              </a:solidFill>
            </a:endParaRPr>
          </a:p>
          <a:p>
            <a:r>
              <a:rPr lang="ja-JP" altLang="en-US" dirty="0">
                <a:solidFill>
                  <a:schemeClr val="bg1"/>
                </a:solidFill>
              </a:rPr>
              <a:t>・ガード　：</a:t>
            </a:r>
            <a:endParaRPr lang="en-US" altLang="ja-JP" dirty="0">
              <a:solidFill>
                <a:schemeClr val="bg1"/>
              </a:solidFill>
            </a:endParaRPr>
          </a:p>
        </p:txBody>
      </p:sp>
      <p:pic>
        <p:nvPicPr>
          <p:cNvPr id="28" name="図 27">
            <a:extLst>
              <a:ext uri="{FF2B5EF4-FFF2-40B4-BE49-F238E27FC236}">
                <a16:creationId xmlns:a16="http://schemas.microsoft.com/office/drawing/2014/main" id="{6ED642A9-ADF2-4C33-9D4D-B87BC566D54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230994" y="3826876"/>
            <a:ext cx="517057" cy="517057"/>
          </a:xfrm>
          <a:prstGeom prst="rect">
            <a:avLst/>
          </a:prstGeom>
        </p:spPr>
      </p:pic>
      <p:pic>
        <p:nvPicPr>
          <p:cNvPr id="31" name="図 30">
            <a:extLst>
              <a:ext uri="{FF2B5EF4-FFF2-40B4-BE49-F238E27FC236}">
                <a16:creationId xmlns:a16="http://schemas.microsoft.com/office/drawing/2014/main" id="{4C5E9DBC-BF03-46A4-A506-8ECA7AFEFF0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893879" y="4986347"/>
            <a:ext cx="735701" cy="735701"/>
          </a:xfrm>
          <a:prstGeom prst="rect">
            <a:avLst/>
          </a:prstGeom>
        </p:spPr>
      </p:pic>
      <p:pic>
        <p:nvPicPr>
          <p:cNvPr id="33" name="図 32">
            <a:extLst>
              <a:ext uri="{FF2B5EF4-FFF2-40B4-BE49-F238E27FC236}">
                <a16:creationId xmlns:a16="http://schemas.microsoft.com/office/drawing/2014/main" id="{40089D42-A4F8-4DB3-82E6-E7A9A88A69E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920997" y="2484578"/>
            <a:ext cx="643160" cy="643160"/>
          </a:xfrm>
          <a:prstGeom prst="rect">
            <a:avLst/>
          </a:prstGeom>
        </p:spPr>
      </p:pic>
      <p:pic>
        <p:nvPicPr>
          <p:cNvPr id="35" name="図 34">
            <a:extLst>
              <a:ext uri="{FF2B5EF4-FFF2-40B4-BE49-F238E27FC236}">
                <a16:creationId xmlns:a16="http://schemas.microsoft.com/office/drawing/2014/main" id="{986218ED-5CEF-4BE8-8F31-B5725E81D948}"/>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572870" y="3646855"/>
            <a:ext cx="663535" cy="663535"/>
          </a:xfrm>
          <a:prstGeom prst="rect">
            <a:avLst/>
          </a:prstGeom>
        </p:spPr>
      </p:pic>
      <p:pic>
        <p:nvPicPr>
          <p:cNvPr id="37" name="図 36">
            <a:extLst>
              <a:ext uri="{FF2B5EF4-FFF2-40B4-BE49-F238E27FC236}">
                <a16:creationId xmlns:a16="http://schemas.microsoft.com/office/drawing/2014/main" id="{BA843374-2646-4428-AD8C-E8E8FCB98FA8}"/>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7929963" y="3646856"/>
            <a:ext cx="663534" cy="663534"/>
          </a:xfrm>
          <a:prstGeom prst="rect">
            <a:avLst/>
          </a:prstGeom>
        </p:spPr>
      </p:pic>
      <p:pic>
        <p:nvPicPr>
          <p:cNvPr id="39" name="図 38">
            <a:extLst>
              <a:ext uri="{FF2B5EF4-FFF2-40B4-BE49-F238E27FC236}">
                <a16:creationId xmlns:a16="http://schemas.microsoft.com/office/drawing/2014/main" id="{A4A08B59-8EF0-4DE4-A86B-081CFED60A0A}"/>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9275054" y="3646854"/>
            <a:ext cx="663535" cy="663535"/>
          </a:xfrm>
          <a:prstGeom prst="rect">
            <a:avLst/>
          </a:prstGeom>
        </p:spPr>
      </p:pic>
      <p:pic>
        <p:nvPicPr>
          <p:cNvPr id="41" name="図 40">
            <a:extLst>
              <a:ext uri="{FF2B5EF4-FFF2-40B4-BE49-F238E27FC236}">
                <a16:creationId xmlns:a16="http://schemas.microsoft.com/office/drawing/2014/main" id="{BB47DAD2-BDDD-4BEF-A343-B23ED1D99E17}"/>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938589" y="3646855"/>
            <a:ext cx="663534" cy="663534"/>
          </a:xfrm>
          <a:prstGeom prst="rect">
            <a:avLst/>
          </a:prstGeom>
        </p:spPr>
      </p:pic>
      <p:pic>
        <p:nvPicPr>
          <p:cNvPr id="45" name="図 44">
            <a:extLst>
              <a:ext uri="{FF2B5EF4-FFF2-40B4-BE49-F238E27FC236}">
                <a16:creationId xmlns:a16="http://schemas.microsoft.com/office/drawing/2014/main" id="{DF4098DD-5A9C-4D24-B6EF-89226EB2FB23}"/>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920997" y="4417726"/>
            <a:ext cx="625278" cy="625278"/>
          </a:xfrm>
          <a:prstGeom prst="rect">
            <a:avLst/>
          </a:prstGeom>
        </p:spPr>
      </p:pic>
      <p:pic>
        <p:nvPicPr>
          <p:cNvPr id="47" name="図 46">
            <a:extLst>
              <a:ext uri="{FF2B5EF4-FFF2-40B4-BE49-F238E27FC236}">
                <a16:creationId xmlns:a16="http://schemas.microsoft.com/office/drawing/2014/main" id="{8F7C966E-3804-4F78-876A-0218CC492D27}"/>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7968517" y="5684346"/>
            <a:ext cx="586426" cy="586426"/>
          </a:xfrm>
          <a:prstGeom prst="rect">
            <a:avLst/>
          </a:prstGeom>
        </p:spPr>
      </p:pic>
      <p:pic>
        <p:nvPicPr>
          <p:cNvPr id="48" name="図 47">
            <a:extLst>
              <a:ext uri="{FF2B5EF4-FFF2-40B4-BE49-F238E27FC236}">
                <a16:creationId xmlns:a16="http://schemas.microsoft.com/office/drawing/2014/main" id="{5D4B9ADB-A276-49C2-86BA-FB7C251124B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806767" y="1722873"/>
            <a:ext cx="911995" cy="911995"/>
          </a:xfrm>
          <a:prstGeom prst="rect">
            <a:avLst/>
          </a:prstGeom>
        </p:spPr>
      </p:pic>
    </p:spTree>
    <p:extLst>
      <p:ext uri="{BB962C8B-B14F-4D97-AF65-F5344CB8AC3E}">
        <p14:creationId xmlns:p14="http://schemas.microsoft.com/office/powerpoint/2010/main" val="1609840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2D38B645-C7AA-47DC-88A2-54ADC1B64CF7}"/>
              </a:ext>
            </a:extLst>
          </p:cNvPr>
          <p:cNvPicPr>
            <a:picLocks noChangeAspect="1"/>
          </p:cNvPicPr>
          <p:nvPr/>
        </p:nvPicPr>
        <p:blipFill>
          <a:blip r:embed="rId2"/>
          <a:stretch>
            <a:fillRect/>
          </a:stretch>
        </p:blipFill>
        <p:spPr>
          <a:xfrm>
            <a:off x="0" y="0"/>
            <a:ext cx="12192000" cy="6857999"/>
          </a:xfrm>
          <a:prstGeom prst="rect">
            <a:avLst/>
          </a:prstGeom>
        </p:spPr>
      </p:pic>
      <p:sp>
        <p:nvSpPr>
          <p:cNvPr id="2" name="タイトル 1">
            <a:extLst>
              <a:ext uri="{FF2B5EF4-FFF2-40B4-BE49-F238E27FC236}">
                <a16:creationId xmlns:a16="http://schemas.microsoft.com/office/drawing/2014/main" id="{646F406E-6800-42C8-A3AF-63C86E852BA7}"/>
              </a:ext>
            </a:extLst>
          </p:cNvPr>
          <p:cNvSpPr>
            <a:spLocks noGrp="1"/>
          </p:cNvSpPr>
          <p:nvPr>
            <p:ph type="title"/>
          </p:nvPr>
        </p:nvSpPr>
        <p:spPr>
          <a:xfrm>
            <a:off x="585952" y="386238"/>
            <a:ext cx="10515600" cy="1325563"/>
          </a:xfrm>
        </p:spPr>
        <p:txBody>
          <a:bodyPr/>
          <a:lstStyle/>
          <a:p>
            <a:r>
              <a:rPr kumimoji="1" lang="en-US" altLang="ja-JP" dirty="0">
                <a:solidFill>
                  <a:schemeClr val="bg1"/>
                </a:solidFill>
              </a:rPr>
              <a:t>【</a:t>
            </a:r>
            <a:r>
              <a:rPr lang="ja-JP" altLang="en-US" dirty="0">
                <a:solidFill>
                  <a:schemeClr val="bg1"/>
                </a:solidFill>
              </a:rPr>
              <a:t>ゲームパッド</a:t>
            </a:r>
            <a:r>
              <a:rPr kumimoji="1" lang="ja-JP" altLang="en-US" dirty="0">
                <a:solidFill>
                  <a:schemeClr val="bg1"/>
                </a:solidFill>
              </a:rPr>
              <a:t>操作方法</a:t>
            </a:r>
            <a:r>
              <a:rPr kumimoji="1" lang="en-US" altLang="ja-JP" dirty="0">
                <a:solidFill>
                  <a:schemeClr val="bg1"/>
                </a:solidFill>
              </a:rPr>
              <a:t>】</a:t>
            </a:r>
            <a:endParaRPr kumimoji="1" lang="ja-JP" altLang="en-US" dirty="0">
              <a:solidFill>
                <a:schemeClr val="bg1"/>
              </a:solidFill>
            </a:endParaRPr>
          </a:p>
        </p:txBody>
      </p:sp>
      <p:sp>
        <p:nvSpPr>
          <p:cNvPr id="8" name="テキスト ボックス 7">
            <a:extLst>
              <a:ext uri="{FF2B5EF4-FFF2-40B4-BE49-F238E27FC236}">
                <a16:creationId xmlns:a16="http://schemas.microsoft.com/office/drawing/2014/main" id="{9FA20AF2-CDB0-4DC3-AA69-573B362A4EA4}"/>
              </a:ext>
            </a:extLst>
          </p:cNvPr>
          <p:cNvSpPr txBox="1"/>
          <p:nvPr/>
        </p:nvSpPr>
        <p:spPr>
          <a:xfrm>
            <a:off x="585952" y="1711800"/>
            <a:ext cx="3205655" cy="4801314"/>
          </a:xfrm>
          <a:prstGeom prst="rect">
            <a:avLst/>
          </a:prstGeom>
          <a:noFill/>
        </p:spPr>
        <p:txBody>
          <a:bodyPr wrap="square" rtlCol="0">
            <a:spAutoFit/>
          </a:bodyPr>
          <a:lstStyle/>
          <a:p>
            <a:r>
              <a:rPr lang="en-US" altLang="ja-JP" dirty="0">
                <a:solidFill>
                  <a:schemeClr val="bg1"/>
                </a:solidFill>
              </a:rPr>
              <a:t>【</a:t>
            </a:r>
            <a:r>
              <a:rPr lang="ja-JP" altLang="en-US" dirty="0">
                <a:solidFill>
                  <a:schemeClr val="bg1"/>
                </a:solidFill>
              </a:rPr>
              <a:t>ゲームパッドコマンド</a:t>
            </a:r>
            <a:r>
              <a:rPr lang="en-US" altLang="ja-JP" dirty="0">
                <a:solidFill>
                  <a:schemeClr val="bg1"/>
                </a:solidFill>
              </a:rPr>
              <a:t>】</a:t>
            </a:r>
          </a:p>
          <a:p>
            <a:endParaRPr lang="en-US" altLang="ja-JP" dirty="0">
              <a:solidFill>
                <a:schemeClr val="bg1"/>
              </a:solidFill>
            </a:endParaRPr>
          </a:p>
          <a:p>
            <a:r>
              <a:rPr lang="ja-JP" altLang="en-US" dirty="0">
                <a:solidFill>
                  <a:schemeClr val="bg1"/>
                </a:solidFill>
              </a:rPr>
              <a:t>・移動　　：</a:t>
            </a:r>
            <a:endParaRPr lang="en-US" altLang="ja-JP" dirty="0">
              <a:solidFill>
                <a:schemeClr val="bg1"/>
              </a:solidFill>
            </a:endParaRPr>
          </a:p>
          <a:p>
            <a:endParaRPr lang="en-US" altLang="ja-JP" dirty="0">
              <a:solidFill>
                <a:schemeClr val="bg1"/>
              </a:solidFill>
            </a:endParaRPr>
          </a:p>
          <a:p>
            <a:r>
              <a:rPr lang="ja-JP" altLang="en-US" dirty="0">
                <a:solidFill>
                  <a:schemeClr val="bg1"/>
                </a:solidFill>
              </a:rPr>
              <a:t>・パンチ弱：</a:t>
            </a:r>
            <a:endParaRPr lang="en-US" altLang="ja-JP" dirty="0">
              <a:solidFill>
                <a:schemeClr val="bg1"/>
              </a:solidFill>
            </a:endParaRPr>
          </a:p>
          <a:p>
            <a:endParaRPr lang="en-US" altLang="ja-JP" dirty="0">
              <a:solidFill>
                <a:schemeClr val="bg1"/>
              </a:solidFill>
            </a:endParaRPr>
          </a:p>
          <a:p>
            <a:r>
              <a:rPr lang="en-US" altLang="ja-JP" dirty="0">
                <a:solidFill>
                  <a:schemeClr val="bg1"/>
                </a:solidFill>
              </a:rPr>
              <a:t>	</a:t>
            </a:r>
            <a:r>
              <a:rPr lang="ja-JP" altLang="en-US" dirty="0">
                <a:solidFill>
                  <a:schemeClr val="bg1"/>
                </a:solidFill>
              </a:rPr>
              <a:t>中：</a:t>
            </a:r>
            <a:endParaRPr lang="en-US" altLang="ja-JP" dirty="0">
              <a:solidFill>
                <a:schemeClr val="bg1"/>
              </a:solidFill>
            </a:endParaRPr>
          </a:p>
          <a:p>
            <a:endParaRPr lang="en-US" altLang="ja-JP" dirty="0">
              <a:solidFill>
                <a:schemeClr val="bg1"/>
              </a:solidFill>
            </a:endParaRPr>
          </a:p>
          <a:p>
            <a:r>
              <a:rPr lang="en-US" altLang="ja-JP" dirty="0">
                <a:solidFill>
                  <a:schemeClr val="bg1"/>
                </a:solidFill>
              </a:rPr>
              <a:t>	</a:t>
            </a:r>
            <a:r>
              <a:rPr lang="ja-JP" altLang="en-US" dirty="0">
                <a:solidFill>
                  <a:schemeClr val="bg1"/>
                </a:solidFill>
              </a:rPr>
              <a:t>強：</a:t>
            </a:r>
            <a:endParaRPr lang="en-US" altLang="ja-JP" dirty="0">
              <a:solidFill>
                <a:schemeClr val="bg1"/>
              </a:solidFill>
            </a:endParaRPr>
          </a:p>
          <a:p>
            <a:endParaRPr lang="en-US" altLang="ja-JP" dirty="0">
              <a:solidFill>
                <a:schemeClr val="bg1"/>
              </a:solidFill>
            </a:endParaRPr>
          </a:p>
          <a:p>
            <a:r>
              <a:rPr lang="ja-JP" altLang="en-US" dirty="0">
                <a:solidFill>
                  <a:schemeClr val="bg1"/>
                </a:solidFill>
              </a:rPr>
              <a:t>・キック弱：</a:t>
            </a:r>
            <a:endParaRPr lang="en-US" altLang="ja-JP" dirty="0">
              <a:solidFill>
                <a:schemeClr val="bg1"/>
              </a:solidFill>
            </a:endParaRPr>
          </a:p>
          <a:p>
            <a:endParaRPr lang="en-US" altLang="ja-JP" dirty="0">
              <a:solidFill>
                <a:schemeClr val="bg1"/>
              </a:solidFill>
            </a:endParaRPr>
          </a:p>
          <a:p>
            <a:r>
              <a:rPr lang="en-US" altLang="ja-JP" dirty="0">
                <a:solidFill>
                  <a:schemeClr val="bg1"/>
                </a:solidFill>
              </a:rPr>
              <a:t>	</a:t>
            </a:r>
            <a:r>
              <a:rPr lang="ja-JP" altLang="en-US" dirty="0">
                <a:solidFill>
                  <a:schemeClr val="bg1"/>
                </a:solidFill>
              </a:rPr>
              <a:t>中：</a:t>
            </a:r>
            <a:endParaRPr lang="en-US" altLang="ja-JP" dirty="0">
              <a:solidFill>
                <a:schemeClr val="bg1"/>
              </a:solidFill>
            </a:endParaRPr>
          </a:p>
          <a:p>
            <a:endParaRPr lang="en-US" altLang="ja-JP" dirty="0">
              <a:solidFill>
                <a:schemeClr val="bg1"/>
              </a:solidFill>
            </a:endParaRPr>
          </a:p>
          <a:p>
            <a:r>
              <a:rPr lang="en-US" altLang="ja-JP" dirty="0">
                <a:solidFill>
                  <a:schemeClr val="bg1"/>
                </a:solidFill>
              </a:rPr>
              <a:t>	</a:t>
            </a:r>
            <a:r>
              <a:rPr lang="ja-JP" altLang="en-US" dirty="0">
                <a:solidFill>
                  <a:schemeClr val="bg1"/>
                </a:solidFill>
              </a:rPr>
              <a:t>強：</a:t>
            </a:r>
            <a:endParaRPr lang="en-US" altLang="ja-JP" dirty="0">
              <a:solidFill>
                <a:schemeClr val="bg1"/>
              </a:solidFill>
            </a:endParaRPr>
          </a:p>
          <a:p>
            <a:endParaRPr lang="en-US" altLang="ja-JP" dirty="0">
              <a:solidFill>
                <a:schemeClr val="bg1"/>
              </a:solidFill>
            </a:endParaRPr>
          </a:p>
          <a:p>
            <a:r>
              <a:rPr lang="ja-JP" altLang="en-US" dirty="0">
                <a:solidFill>
                  <a:schemeClr val="bg1"/>
                </a:solidFill>
              </a:rPr>
              <a:t>・ガード　：</a:t>
            </a:r>
            <a:endParaRPr lang="en-US" altLang="ja-JP" dirty="0">
              <a:solidFill>
                <a:schemeClr val="bg1"/>
              </a:solidFill>
            </a:endParaRPr>
          </a:p>
        </p:txBody>
      </p:sp>
      <p:sp>
        <p:nvSpPr>
          <p:cNvPr id="11" name="テキスト ボックス 10">
            <a:extLst>
              <a:ext uri="{FF2B5EF4-FFF2-40B4-BE49-F238E27FC236}">
                <a16:creationId xmlns:a16="http://schemas.microsoft.com/office/drawing/2014/main" id="{539E2AC6-25FF-4C71-A9FD-32E00FA4E5AF}"/>
              </a:ext>
            </a:extLst>
          </p:cNvPr>
          <p:cNvSpPr txBox="1"/>
          <p:nvPr/>
        </p:nvSpPr>
        <p:spPr>
          <a:xfrm>
            <a:off x="4091153" y="1711800"/>
            <a:ext cx="4566745" cy="1477328"/>
          </a:xfrm>
          <a:prstGeom prst="rect">
            <a:avLst/>
          </a:prstGeom>
          <a:noFill/>
        </p:spPr>
        <p:txBody>
          <a:bodyPr wrap="square" rtlCol="0">
            <a:spAutoFit/>
          </a:bodyPr>
          <a:lstStyle/>
          <a:p>
            <a:r>
              <a:rPr lang="en-US" altLang="ja-JP" dirty="0">
                <a:solidFill>
                  <a:schemeClr val="bg1"/>
                </a:solidFill>
              </a:rPr>
              <a:t>【</a:t>
            </a:r>
            <a:r>
              <a:rPr lang="ja-JP" altLang="en-US" dirty="0">
                <a:solidFill>
                  <a:schemeClr val="bg1"/>
                </a:solidFill>
              </a:rPr>
              <a:t>トレーニング専用コマンド</a:t>
            </a:r>
            <a:r>
              <a:rPr lang="en-US" altLang="ja-JP" dirty="0">
                <a:solidFill>
                  <a:schemeClr val="bg1"/>
                </a:solidFill>
              </a:rPr>
              <a:t>】</a:t>
            </a:r>
          </a:p>
          <a:p>
            <a:endParaRPr lang="en-US" altLang="ja-JP" dirty="0">
              <a:solidFill>
                <a:schemeClr val="bg1"/>
              </a:solidFill>
            </a:endParaRPr>
          </a:p>
          <a:p>
            <a:r>
              <a:rPr lang="ja-JP" altLang="en-US" dirty="0">
                <a:solidFill>
                  <a:schemeClr val="bg1"/>
                </a:solidFill>
              </a:rPr>
              <a:t>・オプション：</a:t>
            </a:r>
            <a:endParaRPr lang="en-US" altLang="ja-JP" sz="1800" dirty="0">
              <a:solidFill>
                <a:schemeClr val="bg1"/>
              </a:solidFill>
              <a:latin typeface="+mn-ea"/>
            </a:endParaRPr>
          </a:p>
          <a:p>
            <a:endParaRPr lang="en-US" altLang="ja-JP" dirty="0">
              <a:solidFill>
                <a:schemeClr val="bg1"/>
              </a:solidFill>
              <a:latin typeface="+mn-ea"/>
            </a:endParaRPr>
          </a:p>
          <a:p>
            <a:r>
              <a:rPr lang="ja-JP" altLang="en-US" dirty="0">
                <a:solidFill>
                  <a:schemeClr val="bg1"/>
                </a:solidFill>
                <a:latin typeface="+mn-ea"/>
              </a:rPr>
              <a:t>・モード切替：</a:t>
            </a:r>
            <a:endParaRPr lang="en-US" altLang="ja-JP" dirty="0">
              <a:solidFill>
                <a:schemeClr val="bg1"/>
              </a:solidFill>
              <a:latin typeface="+mn-ea"/>
            </a:endParaRPr>
          </a:p>
        </p:txBody>
      </p:sp>
      <p:sp>
        <p:nvSpPr>
          <p:cNvPr id="9" name="テキスト ボックス 8">
            <a:extLst>
              <a:ext uri="{FF2B5EF4-FFF2-40B4-BE49-F238E27FC236}">
                <a16:creationId xmlns:a16="http://schemas.microsoft.com/office/drawing/2014/main" id="{B96DCC9C-7B0B-45A2-97C7-6AE6A0824091}"/>
              </a:ext>
            </a:extLst>
          </p:cNvPr>
          <p:cNvSpPr txBox="1"/>
          <p:nvPr/>
        </p:nvSpPr>
        <p:spPr>
          <a:xfrm>
            <a:off x="4091153" y="3391874"/>
            <a:ext cx="4566745" cy="2585323"/>
          </a:xfrm>
          <a:prstGeom prst="rect">
            <a:avLst/>
          </a:prstGeom>
          <a:noFill/>
        </p:spPr>
        <p:txBody>
          <a:bodyPr wrap="square" rtlCol="0">
            <a:spAutoFit/>
          </a:bodyPr>
          <a:lstStyle/>
          <a:p>
            <a:r>
              <a:rPr lang="en-US" altLang="ja-JP" dirty="0">
                <a:solidFill>
                  <a:schemeClr val="bg1"/>
                </a:solidFill>
              </a:rPr>
              <a:t>【</a:t>
            </a:r>
            <a:r>
              <a:rPr lang="ja-JP" altLang="en-US" dirty="0">
                <a:solidFill>
                  <a:schemeClr val="bg1"/>
                </a:solidFill>
              </a:rPr>
              <a:t>選択コマンド</a:t>
            </a:r>
            <a:r>
              <a:rPr lang="en-US" altLang="ja-JP" dirty="0">
                <a:solidFill>
                  <a:schemeClr val="bg1"/>
                </a:solidFill>
              </a:rPr>
              <a:t>】</a:t>
            </a:r>
          </a:p>
          <a:p>
            <a:endParaRPr lang="en-US" altLang="ja-JP" dirty="0">
              <a:solidFill>
                <a:schemeClr val="bg1"/>
              </a:solidFill>
            </a:endParaRPr>
          </a:p>
          <a:p>
            <a:r>
              <a:rPr lang="ja-JP" altLang="en-US" dirty="0">
                <a:solidFill>
                  <a:schemeClr val="bg1"/>
                </a:solidFill>
              </a:rPr>
              <a:t>・</a:t>
            </a:r>
            <a:r>
              <a:rPr lang="en-US" altLang="ja-JP" dirty="0">
                <a:solidFill>
                  <a:schemeClr val="bg1"/>
                </a:solidFill>
              </a:rPr>
              <a:t>UI</a:t>
            </a:r>
            <a:r>
              <a:rPr lang="ja-JP" altLang="en-US" dirty="0">
                <a:solidFill>
                  <a:schemeClr val="bg1"/>
                </a:solidFill>
              </a:rPr>
              <a:t>の移動</a:t>
            </a:r>
            <a:r>
              <a:rPr lang="en-US" altLang="ja-JP" dirty="0">
                <a:solidFill>
                  <a:schemeClr val="bg1"/>
                </a:solidFill>
              </a:rPr>
              <a:t>	</a:t>
            </a:r>
            <a:r>
              <a:rPr lang="ja-JP" altLang="en-US" dirty="0">
                <a:solidFill>
                  <a:schemeClr val="bg1"/>
                </a:solidFill>
              </a:rPr>
              <a:t>：</a:t>
            </a:r>
            <a:endParaRPr lang="en-US" altLang="ja-JP" dirty="0">
              <a:solidFill>
                <a:schemeClr val="bg1"/>
              </a:solidFill>
            </a:endParaRPr>
          </a:p>
          <a:p>
            <a:endParaRPr lang="en-US" altLang="ja-JP" dirty="0">
              <a:solidFill>
                <a:schemeClr val="bg1"/>
              </a:solidFill>
              <a:latin typeface="+mn-ea"/>
            </a:endParaRPr>
          </a:p>
          <a:p>
            <a:r>
              <a:rPr lang="ja-JP" altLang="en-US" dirty="0">
                <a:solidFill>
                  <a:schemeClr val="bg1"/>
                </a:solidFill>
                <a:latin typeface="+mn-ea"/>
              </a:rPr>
              <a:t>・コマンド一覧　：</a:t>
            </a:r>
            <a:endParaRPr lang="en-US" altLang="ja-JP" sz="1800" dirty="0">
              <a:solidFill>
                <a:schemeClr val="bg1"/>
              </a:solidFill>
              <a:latin typeface="+mn-ea"/>
            </a:endParaRPr>
          </a:p>
          <a:p>
            <a:endParaRPr lang="en-US" altLang="ja-JP" dirty="0">
              <a:solidFill>
                <a:schemeClr val="bg1"/>
              </a:solidFill>
              <a:latin typeface="+mn-ea"/>
            </a:endParaRPr>
          </a:p>
          <a:p>
            <a:r>
              <a:rPr lang="ja-JP" altLang="en-US" dirty="0">
                <a:solidFill>
                  <a:schemeClr val="bg1"/>
                </a:solidFill>
                <a:latin typeface="+mn-ea"/>
              </a:rPr>
              <a:t>・決定＆解除</a:t>
            </a:r>
            <a:r>
              <a:rPr lang="en-US" altLang="ja-JP" dirty="0">
                <a:solidFill>
                  <a:schemeClr val="bg1"/>
                </a:solidFill>
                <a:latin typeface="+mn-ea"/>
              </a:rPr>
              <a:t>	</a:t>
            </a:r>
            <a:r>
              <a:rPr lang="ja-JP" altLang="en-US" dirty="0">
                <a:solidFill>
                  <a:schemeClr val="bg1"/>
                </a:solidFill>
                <a:latin typeface="+mn-ea"/>
              </a:rPr>
              <a:t>：</a:t>
            </a:r>
            <a:endParaRPr lang="en-US" altLang="ja-JP" dirty="0">
              <a:solidFill>
                <a:schemeClr val="bg1"/>
              </a:solidFill>
              <a:latin typeface="+mn-ea"/>
            </a:endParaRPr>
          </a:p>
          <a:p>
            <a:endParaRPr lang="en-US" altLang="ja-JP" dirty="0">
              <a:solidFill>
                <a:schemeClr val="bg1"/>
              </a:solidFill>
              <a:latin typeface="+mn-ea"/>
            </a:endParaRPr>
          </a:p>
          <a:p>
            <a:r>
              <a:rPr lang="ja-JP" altLang="en-US" dirty="0">
                <a:solidFill>
                  <a:schemeClr val="bg1"/>
                </a:solidFill>
                <a:latin typeface="+mn-ea"/>
              </a:rPr>
              <a:t>・タイトルへ＆ゲーム終了：</a:t>
            </a:r>
            <a:endParaRPr lang="en-US" altLang="ja-JP" dirty="0">
              <a:solidFill>
                <a:schemeClr val="bg1"/>
              </a:solidFill>
              <a:latin typeface="+mn-ea"/>
            </a:endParaRPr>
          </a:p>
        </p:txBody>
      </p:sp>
      <p:pic>
        <p:nvPicPr>
          <p:cNvPr id="6" name="図 5">
            <a:extLst>
              <a:ext uri="{FF2B5EF4-FFF2-40B4-BE49-F238E27FC236}">
                <a16:creationId xmlns:a16="http://schemas.microsoft.com/office/drawing/2014/main" id="{F117836F-459E-4722-8AF2-DF87775D62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766" y="4350536"/>
            <a:ext cx="609600" cy="609600"/>
          </a:xfrm>
          <a:prstGeom prst="rect">
            <a:avLst/>
          </a:prstGeom>
        </p:spPr>
      </p:pic>
      <p:pic>
        <p:nvPicPr>
          <p:cNvPr id="13" name="図 12">
            <a:extLst>
              <a:ext uri="{FF2B5EF4-FFF2-40B4-BE49-F238E27FC236}">
                <a16:creationId xmlns:a16="http://schemas.microsoft.com/office/drawing/2014/main" id="{241FF53A-8457-4EFF-B4B0-D6F331905B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36682" y="2671861"/>
            <a:ext cx="609600" cy="609600"/>
          </a:xfrm>
          <a:prstGeom prst="rect">
            <a:avLst/>
          </a:prstGeom>
        </p:spPr>
      </p:pic>
      <p:pic>
        <p:nvPicPr>
          <p:cNvPr id="17" name="図 16">
            <a:extLst>
              <a:ext uri="{FF2B5EF4-FFF2-40B4-BE49-F238E27FC236}">
                <a16:creationId xmlns:a16="http://schemas.microsoft.com/office/drawing/2014/main" id="{076A51AF-D1B4-4351-BDAC-FBB902CC8B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46486" y="2116768"/>
            <a:ext cx="609600" cy="609600"/>
          </a:xfrm>
          <a:prstGeom prst="rect">
            <a:avLst/>
          </a:prstGeom>
        </p:spPr>
      </p:pic>
      <p:pic>
        <p:nvPicPr>
          <p:cNvPr id="23" name="図 22">
            <a:extLst>
              <a:ext uri="{FF2B5EF4-FFF2-40B4-BE49-F238E27FC236}">
                <a16:creationId xmlns:a16="http://schemas.microsoft.com/office/drawing/2014/main" id="{3B6504E1-94BA-4F0E-88D5-92BCC9D2443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83671" y="5419355"/>
            <a:ext cx="609600" cy="609600"/>
          </a:xfrm>
          <a:prstGeom prst="rect">
            <a:avLst/>
          </a:prstGeom>
        </p:spPr>
      </p:pic>
      <p:pic>
        <p:nvPicPr>
          <p:cNvPr id="25" name="図 24">
            <a:extLst>
              <a:ext uri="{FF2B5EF4-FFF2-40B4-BE49-F238E27FC236}">
                <a16:creationId xmlns:a16="http://schemas.microsoft.com/office/drawing/2014/main" id="{21F04B4C-F19D-40EB-B06D-8E2FC515A0E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88778" y="5966235"/>
            <a:ext cx="609600" cy="609600"/>
          </a:xfrm>
          <a:prstGeom prst="rect">
            <a:avLst/>
          </a:prstGeom>
        </p:spPr>
      </p:pic>
      <p:pic>
        <p:nvPicPr>
          <p:cNvPr id="27" name="図 26">
            <a:extLst>
              <a:ext uri="{FF2B5EF4-FFF2-40B4-BE49-F238E27FC236}">
                <a16:creationId xmlns:a16="http://schemas.microsoft.com/office/drawing/2014/main" id="{95625F16-5C32-4B73-805C-C0E54F896EC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046486" y="2702599"/>
            <a:ext cx="609600" cy="609600"/>
          </a:xfrm>
          <a:prstGeom prst="rect">
            <a:avLst/>
          </a:prstGeom>
        </p:spPr>
      </p:pic>
      <p:pic>
        <p:nvPicPr>
          <p:cNvPr id="31" name="図 30">
            <a:extLst>
              <a:ext uri="{FF2B5EF4-FFF2-40B4-BE49-F238E27FC236}">
                <a16:creationId xmlns:a16="http://schemas.microsoft.com/office/drawing/2014/main" id="{D1EA2457-EFB7-448D-A62D-FFA3EF83C11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147766" y="3235576"/>
            <a:ext cx="609600" cy="609600"/>
          </a:xfrm>
          <a:prstGeom prst="rect">
            <a:avLst/>
          </a:prstGeom>
        </p:spPr>
      </p:pic>
      <p:pic>
        <p:nvPicPr>
          <p:cNvPr id="33" name="図 32">
            <a:extLst>
              <a:ext uri="{FF2B5EF4-FFF2-40B4-BE49-F238E27FC236}">
                <a16:creationId xmlns:a16="http://schemas.microsoft.com/office/drawing/2014/main" id="{4A9665FB-B4A0-4C19-A716-A88719AA1E5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47766" y="3799291"/>
            <a:ext cx="609600" cy="609600"/>
          </a:xfrm>
          <a:prstGeom prst="rect">
            <a:avLst/>
          </a:prstGeom>
        </p:spPr>
      </p:pic>
      <p:pic>
        <p:nvPicPr>
          <p:cNvPr id="35" name="図 34">
            <a:extLst>
              <a:ext uri="{FF2B5EF4-FFF2-40B4-BE49-F238E27FC236}">
                <a16:creationId xmlns:a16="http://schemas.microsoft.com/office/drawing/2014/main" id="{7858441D-0BC6-48E7-B121-7E0BA62C887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188779" y="4868110"/>
            <a:ext cx="609600" cy="609600"/>
          </a:xfrm>
          <a:prstGeom prst="rect">
            <a:avLst/>
          </a:prstGeom>
        </p:spPr>
      </p:pic>
      <p:pic>
        <p:nvPicPr>
          <p:cNvPr id="39" name="図 38">
            <a:extLst>
              <a:ext uri="{FF2B5EF4-FFF2-40B4-BE49-F238E27FC236}">
                <a16:creationId xmlns:a16="http://schemas.microsoft.com/office/drawing/2014/main" id="{9E667BAC-1EAB-4CE3-96E0-2B957971266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188778" y="5419355"/>
            <a:ext cx="609600" cy="609600"/>
          </a:xfrm>
          <a:prstGeom prst="rect">
            <a:avLst/>
          </a:prstGeom>
        </p:spPr>
      </p:pic>
      <p:pic>
        <p:nvPicPr>
          <p:cNvPr id="41" name="図 40">
            <a:extLst>
              <a:ext uri="{FF2B5EF4-FFF2-40B4-BE49-F238E27FC236}">
                <a16:creationId xmlns:a16="http://schemas.microsoft.com/office/drawing/2014/main" id="{085A033A-4A7A-4EA4-B79C-C0E9D3671F92}"/>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136682" y="2100426"/>
            <a:ext cx="609600" cy="609600"/>
          </a:xfrm>
          <a:prstGeom prst="rect">
            <a:avLst/>
          </a:prstGeom>
        </p:spPr>
      </p:pic>
      <p:pic>
        <p:nvPicPr>
          <p:cNvPr id="43" name="図 42">
            <a:extLst>
              <a:ext uri="{FF2B5EF4-FFF2-40B4-BE49-F238E27FC236}">
                <a16:creationId xmlns:a16="http://schemas.microsoft.com/office/drawing/2014/main" id="{52F07E4D-2667-4AFF-984F-CE4B0186DD0F}"/>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374525" y="4372226"/>
            <a:ext cx="609600" cy="609600"/>
          </a:xfrm>
          <a:prstGeom prst="rect">
            <a:avLst/>
          </a:prstGeom>
        </p:spPr>
      </p:pic>
      <p:pic>
        <p:nvPicPr>
          <p:cNvPr id="44" name="図 43">
            <a:extLst>
              <a:ext uri="{FF2B5EF4-FFF2-40B4-BE49-F238E27FC236}">
                <a16:creationId xmlns:a16="http://schemas.microsoft.com/office/drawing/2014/main" id="{C2F20EC3-04E6-4E42-A6B3-F21F6B3B224F}"/>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374525" y="3786078"/>
            <a:ext cx="609600" cy="609600"/>
          </a:xfrm>
          <a:prstGeom prst="rect">
            <a:avLst/>
          </a:prstGeom>
        </p:spPr>
      </p:pic>
      <p:pic>
        <p:nvPicPr>
          <p:cNvPr id="45" name="図 44">
            <a:extLst>
              <a:ext uri="{FF2B5EF4-FFF2-40B4-BE49-F238E27FC236}">
                <a16:creationId xmlns:a16="http://schemas.microsoft.com/office/drawing/2014/main" id="{D33E779A-DDD1-4B5F-9C87-DAF5C41D55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4525" y="4919069"/>
            <a:ext cx="609600" cy="609600"/>
          </a:xfrm>
          <a:prstGeom prst="rect">
            <a:avLst/>
          </a:prstGeom>
        </p:spPr>
      </p:pic>
      <p:pic>
        <p:nvPicPr>
          <p:cNvPr id="47" name="図 46">
            <a:extLst>
              <a:ext uri="{FF2B5EF4-FFF2-40B4-BE49-F238E27FC236}">
                <a16:creationId xmlns:a16="http://schemas.microsoft.com/office/drawing/2014/main" id="{1E511BA3-6F3C-4E24-BD04-E7948FBCCBFB}"/>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7588471" y="838469"/>
            <a:ext cx="4038262" cy="2523914"/>
          </a:xfrm>
          <a:prstGeom prst="rect">
            <a:avLst/>
          </a:prstGeom>
        </p:spPr>
      </p:pic>
      <p:pic>
        <p:nvPicPr>
          <p:cNvPr id="49" name="図 48">
            <a:extLst>
              <a:ext uri="{FF2B5EF4-FFF2-40B4-BE49-F238E27FC236}">
                <a16:creationId xmlns:a16="http://schemas.microsoft.com/office/drawing/2014/main" id="{FDE4E8B9-25DC-423A-85A1-536854DF4C16}"/>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8224866" y="3486928"/>
            <a:ext cx="3401867" cy="2126167"/>
          </a:xfrm>
          <a:prstGeom prst="rect">
            <a:avLst/>
          </a:prstGeom>
        </p:spPr>
      </p:pic>
    </p:spTree>
    <p:extLst>
      <p:ext uri="{BB962C8B-B14F-4D97-AF65-F5344CB8AC3E}">
        <p14:creationId xmlns:p14="http://schemas.microsoft.com/office/powerpoint/2010/main" val="178761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62510B9F-D4D3-4AD9-881F-C7BB59BD59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1999" cy="6858000"/>
          </a:xfrm>
          <a:prstGeom prst="rect">
            <a:avLst/>
          </a:prstGeom>
        </p:spPr>
      </p:pic>
      <p:sp>
        <p:nvSpPr>
          <p:cNvPr id="2" name="タイトル 1">
            <a:extLst>
              <a:ext uri="{FF2B5EF4-FFF2-40B4-BE49-F238E27FC236}">
                <a16:creationId xmlns:a16="http://schemas.microsoft.com/office/drawing/2014/main" id="{D77BF31B-8925-4C81-B875-5E6B7E9FD0BF}"/>
              </a:ext>
            </a:extLst>
          </p:cNvPr>
          <p:cNvSpPr>
            <a:spLocks noGrp="1"/>
          </p:cNvSpPr>
          <p:nvPr>
            <p:ph type="title"/>
          </p:nvPr>
        </p:nvSpPr>
        <p:spPr>
          <a:xfrm>
            <a:off x="576926" y="895827"/>
            <a:ext cx="10515600" cy="1072255"/>
          </a:xfrm>
        </p:spPr>
        <p:txBody>
          <a:bodyPr/>
          <a:lstStyle/>
          <a:p>
            <a:r>
              <a:rPr lang="en-US" altLang="ja-JP" dirty="0">
                <a:solidFill>
                  <a:schemeClr val="bg1"/>
                </a:solidFill>
              </a:rPr>
              <a:t>【</a:t>
            </a:r>
            <a:r>
              <a:rPr lang="ja-JP" altLang="en-US" dirty="0">
                <a:solidFill>
                  <a:schemeClr val="bg1"/>
                </a:solidFill>
              </a:rPr>
              <a:t>ファイル一覧</a:t>
            </a:r>
            <a:r>
              <a:rPr lang="en-US" altLang="ja-JP" dirty="0">
                <a:solidFill>
                  <a:schemeClr val="bg1"/>
                </a:solidFill>
              </a:rPr>
              <a:t>】</a:t>
            </a:r>
            <a:endParaRPr kumimoji="1" lang="ja-JP" altLang="en-US" dirty="0">
              <a:solidFill>
                <a:schemeClr val="bg1"/>
              </a:solidFill>
            </a:endParaRPr>
          </a:p>
        </p:txBody>
      </p:sp>
      <p:sp>
        <p:nvSpPr>
          <p:cNvPr id="3" name="テキスト プレースホルダー 2">
            <a:extLst>
              <a:ext uri="{FF2B5EF4-FFF2-40B4-BE49-F238E27FC236}">
                <a16:creationId xmlns:a16="http://schemas.microsoft.com/office/drawing/2014/main" id="{99C96CBA-F558-4255-82BE-7497933BE10E}"/>
              </a:ext>
            </a:extLst>
          </p:cNvPr>
          <p:cNvSpPr>
            <a:spLocks noGrp="1"/>
          </p:cNvSpPr>
          <p:nvPr>
            <p:ph type="body" idx="1"/>
          </p:nvPr>
        </p:nvSpPr>
        <p:spPr>
          <a:xfrm>
            <a:off x="576926" y="2086166"/>
            <a:ext cx="10515600" cy="1653811"/>
          </a:xfrm>
        </p:spPr>
        <p:txBody>
          <a:bodyPr>
            <a:normAutofit lnSpcReduction="10000"/>
          </a:bodyPr>
          <a:lstStyle/>
          <a:p>
            <a:r>
              <a:rPr lang="en-US" altLang="ja-JP" dirty="0">
                <a:solidFill>
                  <a:schemeClr val="bg1"/>
                </a:solidFill>
              </a:rPr>
              <a:t>	</a:t>
            </a:r>
            <a:r>
              <a:rPr lang="ja-JP" altLang="en-US" sz="3200" dirty="0">
                <a:solidFill>
                  <a:schemeClr val="bg1"/>
                </a:solidFill>
              </a:rPr>
              <a:t>➣ </a:t>
            </a:r>
            <a:r>
              <a:rPr lang="ja-JP" altLang="en-US" sz="2800" dirty="0">
                <a:solidFill>
                  <a:schemeClr val="bg1"/>
                </a:solidFill>
              </a:rPr>
              <a:t>ゲーム　　　：実行ファイル￥</a:t>
            </a:r>
            <a:r>
              <a:rPr lang="en-US" altLang="ja-JP" sz="2800" dirty="0">
                <a:solidFill>
                  <a:schemeClr val="bg1"/>
                </a:solidFill>
              </a:rPr>
              <a:t>project.exe</a:t>
            </a:r>
          </a:p>
          <a:p>
            <a:r>
              <a:rPr lang="en-US" altLang="ja-JP" dirty="0">
                <a:solidFill>
                  <a:schemeClr val="bg1"/>
                </a:solidFill>
              </a:rPr>
              <a:t>	</a:t>
            </a:r>
            <a:r>
              <a:rPr kumimoji="1" lang="ja-JP" altLang="en-US" sz="3200" dirty="0">
                <a:solidFill>
                  <a:schemeClr val="bg1"/>
                </a:solidFill>
              </a:rPr>
              <a:t>➣ </a:t>
            </a:r>
            <a:r>
              <a:rPr kumimoji="1" lang="ja-JP" altLang="en-US" sz="2800" dirty="0">
                <a:solidFill>
                  <a:schemeClr val="bg1"/>
                </a:solidFill>
              </a:rPr>
              <a:t>コード</a:t>
            </a:r>
            <a:r>
              <a:rPr lang="ja-JP" altLang="en-US" sz="2800" dirty="0">
                <a:solidFill>
                  <a:schemeClr val="bg1"/>
                </a:solidFill>
              </a:rPr>
              <a:t>一覧　</a:t>
            </a:r>
            <a:r>
              <a:rPr kumimoji="1" lang="ja-JP" altLang="en-US" sz="2800" dirty="0">
                <a:solidFill>
                  <a:schemeClr val="bg1"/>
                </a:solidFill>
              </a:rPr>
              <a:t>：作成コード一覧￥ファイル名</a:t>
            </a:r>
            <a:endParaRPr kumimoji="1" lang="en-US" altLang="ja-JP" sz="2800" dirty="0">
              <a:solidFill>
                <a:schemeClr val="bg1"/>
              </a:solidFill>
            </a:endParaRPr>
          </a:p>
          <a:p>
            <a:r>
              <a:rPr kumimoji="1" lang="en-US" altLang="ja-JP" sz="3200" dirty="0">
                <a:solidFill>
                  <a:schemeClr val="bg1"/>
                </a:solidFill>
              </a:rPr>
              <a:t>	</a:t>
            </a:r>
            <a:r>
              <a:rPr kumimoji="1" lang="ja-JP" altLang="en-US" sz="3200" dirty="0">
                <a:solidFill>
                  <a:schemeClr val="bg1"/>
                </a:solidFill>
              </a:rPr>
              <a:t>➣ </a:t>
            </a:r>
            <a:r>
              <a:rPr kumimoji="1" lang="ja-JP" altLang="en-US" sz="2800" dirty="0">
                <a:solidFill>
                  <a:schemeClr val="bg1"/>
                </a:solidFill>
              </a:rPr>
              <a:t>プレイ動画　：プレイ動画</a:t>
            </a:r>
            <a:r>
              <a:rPr kumimoji="1" lang="en-US" altLang="ja-JP" sz="2800" dirty="0">
                <a:solidFill>
                  <a:schemeClr val="bg1"/>
                </a:solidFill>
              </a:rPr>
              <a:t>.mp4</a:t>
            </a:r>
            <a:endParaRPr kumimoji="1" lang="ja-JP" altLang="en-US" sz="2800" dirty="0">
              <a:solidFill>
                <a:schemeClr val="bg1"/>
              </a:solidFill>
            </a:endParaRPr>
          </a:p>
        </p:txBody>
      </p:sp>
      <p:sp>
        <p:nvSpPr>
          <p:cNvPr id="6" name="タイトル 1">
            <a:extLst>
              <a:ext uri="{FF2B5EF4-FFF2-40B4-BE49-F238E27FC236}">
                <a16:creationId xmlns:a16="http://schemas.microsoft.com/office/drawing/2014/main" id="{3D73087C-A0D6-4E3C-9DB3-3A252828B473}"/>
              </a:ext>
            </a:extLst>
          </p:cNvPr>
          <p:cNvSpPr txBox="1">
            <a:spLocks/>
          </p:cNvSpPr>
          <p:nvPr/>
        </p:nvSpPr>
        <p:spPr>
          <a:xfrm>
            <a:off x="576926" y="3660980"/>
            <a:ext cx="10515600" cy="10722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en-US" altLang="ja-JP" dirty="0">
                <a:solidFill>
                  <a:schemeClr val="bg1"/>
                </a:solidFill>
              </a:rPr>
              <a:t>【</a:t>
            </a:r>
            <a:r>
              <a:rPr lang="ja-JP" altLang="en-US" dirty="0">
                <a:solidFill>
                  <a:schemeClr val="bg1"/>
                </a:solidFill>
              </a:rPr>
              <a:t>注目コード</a:t>
            </a:r>
            <a:r>
              <a:rPr lang="en-US" altLang="ja-JP" dirty="0">
                <a:solidFill>
                  <a:schemeClr val="bg1"/>
                </a:solidFill>
              </a:rPr>
              <a:t>】</a:t>
            </a:r>
            <a:endParaRPr lang="ja-JP" altLang="en-US" dirty="0">
              <a:solidFill>
                <a:schemeClr val="bg1"/>
              </a:solidFill>
            </a:endParaRPr>
          </a:p>
        </p:txBody>
      </p:sp>
      <p:sp>
        <p:nvSpPr>
          <p:cNvPr id="7" name="テキスト プレースホルダー 2">
            <a:extLst>
              <a:ext uri="{FF2B5EF4-FFF2-40B4-BE49-F238E27FC236}">
                <a16:creationId xmlns:a16="http://schemas.microsoft.com/office/drawing/2014/main" id="{BD59184C-B6CE-46AA-B3FD-9552C102995A}"/>
              </a:ext>
            </a:extLst>
          </p:cNvPr>
          <p:cNvSpPr txBox="1">
            <a:spLocks/>
          </p:cNvSpPr>
          <p:nvPr/>
        </p:nvSpPr>
        <p:spPr>
          <a:xfrm>
            <a:off x="576926" y="4731176"/>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kumimoji="1"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kumimoji="1" sz="1600" kern="1200">
                <a:solidFill>
                  <a:schemeClr val="tx1">
                    <a:tint val="75000"/>
                  </a:schemeClr>
                </a:solidFill>
                <a:latin typeface="+mn-lt"/>
                <a:ea typeface="+mn-ea"/>
                <a:cs typeface="+mn-cs"/>
              </a:defRPr>
            </a:lvl9pPr>
          </a:lstStyle>
          <a:p>
            <a:r>
              <a:rPr lang="en-US" altLang="ja-JP" dirty="0">
                <a:solidFill>
                  <a:schemeClr val="bg1"/>
                </a:solidFill>
              </a:rPr>
              <a:t>	</a:t>
            </a:r>
            <a:r>
              <a:rPr lang="ja-JP" altLang="en-US" dirty="0">
                <a:solidFill>
                  <a:schemeClr val="bg1"/>
                </a:solidFill>
              </a:rPr>
              <a:t>➣ </a:t>
            </a:r>
            <a:r>
              <a:rPr lang="en-US" altLang="ja-JP" b="1" dirty="0">
                <a:solidFill>
                  <a:srgbClr val="FF0000"/>
                </a:solidFill>
              </a:rPr>
              <a:t>Character.cpp</a:t>
            </a:r>
            <a:r>
              <a:rPr lang="ja-JP" altLang="en-US" dirty="0">
                <a:solidFill>
                  <a:schemeClr val="bg1"/>
                </a:solidFill>
              </a:rPr>
              <a:t>：キャラクターの全てをまとめている基底クラス</a:t>
            </a:r>
            <a:endParaRPr lang="en-US" altLang="ja-JP" dirty="0">
              <a:solidFill>
                <a:schemeClr val="bg1"/>
              </a:solidFill>
            </a:endParaRPr>
          </a:p>
          <a:p>
            <a:r>
              <a:rPr lang="en-US" altLang="ja-JP" dirty="0">
                <a:solidFill>
                  <a:schemeClr val="bg1"/>
                </a:solidFill>
              </a:rPr>
              <a:t>	</a:t>
            </a:r>
            <a:r>
              <a:rPr lang="ja-JP" altLang="en-US" dirty="0">
                <a:solidFill>
                  <a:schemeClr val="bg1"/>
                </a:solidFill>
              </a:rPr>
              <a:t>➣ </a:t>
            </a:r>
            <a:r>
              <a:rPr lang="en-US" altLang="ja-JP" b="1" dirty="0">
                <a:solidFill>
                  <a:srgbClr val="FF0000"/>
                </a:solidFill>
              </a:rPr>
              <a:t>Cpu.cpp</a:t>
            </a:r>
            <a:r>
              <a:rPr lang="ja-JP" altLang="en-US" dirty="0">
                <a:solidFill>
                  <a:schemeClr val="bg1"/>
                </a:solidFill>
              </a:rPr>
              <a:t>：</a:t>
            </a:r>
            <a:r>
              <a:rPr lang="en-US" altLang="ja-JP" dirty="0">
                <a:solidFill>
                  <a:schemeClr val="bg1"/>
                </a:solidFill>
              </a:rPr>
              <a:t>CPU</a:t>
            </a:r>
            <a:r>
              <a:rPr lang="ja-JP" altLang="en-US" dirty="0">
                <a:solidFill>
                  <a:schemeClr val="bg1"/>
                </a:solidFill>
              </a:rPr>
              <a:t>の動作プログラム</a:t>
            </a:r>
            <a:endParaRPr lang="en-US" altLang="ja-JP" dirty="0">
              <a:solidFill>
                <a:schemeClr val="bg1"/>
              </a:solidFill>
            </a:endParaRPr>
          </a:p>
          <a:p>
            <a:r>
              <a:rPr lang="en-US" altLang="ja-JP" dirty="0">
                <a:solidFill>
                  <a:schemeClr val="bg1"/>
                </a:solidFill>
              </a:rPr>
              <a:t>	</a:t>
            </a:r>
            <a:r>
              <a:rPr lang="ja-JP" altLang="en-US" dirty="0">
                <a:solidFill>
                  <a:schemeClr val="bg1"/>
                </a:solidFill>
              </a:rPr>
              <a:t>➣ </a:t>
            </a:r>
            <a:r>
              <a:rPr lang="en-US" altLang="ja-JP" b="1" dirty="0">
                <a:solidFill>
                  <a:srgbClr val="FF0000"/>
                </a:solidFill>
              </a:rPr>
              <a:t>PlayScene.cpp</a:t>
            </a:r>
            <a:r>
              <a:rPr lang="ja-JP" altLang="en-US" dirty="0">
                <a:solidFill>
                  <a:schemeClr val="bg1"/>
                </a:solidFill>
              </a:rPr>
              <a:t>：ゲームシーンの管理プログラム</a:t>
            </a:r>
          </a:p>
        </p:txBody>
      </p:sp>
    </p:spTree>
    <p:extLst>
      <p:ext uri="{BB962C8B-B14F-4D97-AF65-F5344CB8AC3E}">
        <p14:creationId xmlns:p14="http://schemas.microsoft.com/office/powerpoint/2010/main" val="3083093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550FCBD1-B9DA-4878-AC53-FFDD6DD7E188}"/>
              </a:ext>
            </a:extLst>
          </p:cNvPr>
          <p:cNvPicPr>
            <a:picLocks noChangeAspect="1"/>
          </p:cNvPicPr>
          <p:nvPr/>
        </p:nvPicPr>
        <p:blipFill>
          <a:blip r:embed="rId2"/>
          <a:stretch>
            <a:fillRect/>
          </a:stretch>
        </p:blipFill>
        <p:spPr>
          <a:xfrm>
            <a:off x="0" y="0"/>
            <a:ext cx="12192000" cy="6857999"/>
          </a:xfrm>
          <a:prstGeom prst="rect">
            <a:avLst/>
          </a:prstGeom>
        </p:spPr>
      </p:pic>
      <p:sp>
        <p:nvSpPr>
          <p:cNvPr id="2" name="タイトル 1">
            <a:extLst>
              <a:ext uri="{FF2B5EF4-FFF2-40B4-BE49-F238E27FC236}">
                <a16:creationId xmlns:a16="http://schemas.microsoft.com/office/drawing/2014/main" id="{387EF1EF-F7EE-4CF8-8A2F-0D577855FA6C}"/>
              </a:ext>
            </a:extLst>
          </p:cNvPr>
          <p:cNvSpPr>
            <a:spLocks noGrp="1"/>
          </p:cNvSpPr>
          <p:nvPr>
            <p:ph type="ctrTitle"/>
          </p:nvPr>
        </p:nvSpPr>
        <p:spPr>
          <a:xfrm>
            <a:off x="-1" y="110836"/>
            <a:ext cx="12191999" cy="1154690"/>
          </a:xfrm>
        </p:spPr>
        <p:txBody>
          <a:bodyPr>
            <a:normAutofit/>
          </a:bodyPr>
          <a:lstStyle/>
          <a:p>
            <a:pPr algn="l"/>
            <a:r>
              <a:rPr kumimoji="1" lang="en-US" altLang="ja-JP" sz="4000" dirty="0">
                <a:solidFill>
                  <a:schemeClr val="bg1"/>
                </a:solidFill>
              </a:rPr>
              <a:t>【</a:t>
            </a:r>
            <a:r>
              <a:rPr kumimoji="1" lang="ja-JP" altLang="en-US" sz="4000" dirty="0">
                <a:solidFill>
                  <a:schemeClr val="bg1"/>
                </a:solidFill>
              </a:rPr>
              <a:t>アピール：当たり判定</a:t>
            </a:r>
            <a:r>
              <a:rPr kumimoji="1" lang="en-US" altLang="ja-JP" sz="4000" dirty="0">
                <a:solidFill>
                  <a:schemeClr val="bg1"/>
                </a:solidFill>
              </a:rPr>
              <a:t>】</a:t>
            </a:r>
            <a:endParaRPr kumimoji="1" lang="ja-JP" altLang="en-US" sz="4000" dirty="0">
              <a:solidFill>
                <a:schemeClr val="bg1"/>
              </a:solidFill>
            </a:endParaRPr>
          </a:p>
        </p:txBody>
      </p:sp>
      <p:sp>
        <p:nvSpPr>
          <p:cNvPr id="3" name="字幕 2">
            <a:extLst>
              <a:ext uri="{FF2B5EF4-FFF2-40B4-BE49-F238E27FC236}">
                <a16:creationId xmlns:a16="http://schemas.microsoft.com/office/drawing/2014/main" id="{AE0D6557-FCC8-4E86-8AB0-187C66124CA3}"/>
              </a:ext>
            </a:extLst>
          </p:cNvPr>
          <p:cNvSpPr>
            <a:spLocks noGrp="1"/>
          </p:cNvSpPr>
          <p:nvPr>
            <p:ph type="subTitle" idx="1"/>
          </p:nvPr>
        </p:nvSpPr>
        <p:spPr>
          <a:xfrm>
            <a:off x="315883" y="1265526"/>
            <a:ext cx="7680961" cy="4451534"/>
          </a:xfrm>
        </p:spPr>
        <p:txBody>
          <a:bodyPr>
            <a:normAutofit/>
          </a:bodyPr>
          <a:lstStyle/>
          <a:p>
            <a:pPr algn="l"/>
            <a:r>
              <a:rPr lang="ja-JP" altLang="en-US" dirty="0">
                <a:solidFill>
                  <a:schemeClr val="bg1"/>
                </a:solidFill>
              </a:rPr>
              <a:t>本作では、格闘ゲームの根幹である</a:t>
            </a:r>
            <a:r>
              <a:rPr lang="ja-JP" altLang="en-US" b="1" dirty="0">
                <a:solidFill>
                  <a:srgbClr val="FF0000"/>
                </a:solidFill>
              </a:rPr>
              <a:t>当たり判定</a:t>
            </a:r>
            <a:r>
              <a:rPr lang="ja-JP" altLang="en-US" dirty="0">
                <a:solidFill>
                  <a:schemeClr val="bg1"/>
                </a:solidFill>
              </a:rPr>
              <a:t>を</a:t>
            </a:r>
            <a:r>
              <a:rPr lang="en-US" altLang="ja-JP" dirty="0">
                <a:solidFill>
                  <a:schemeClr val="bg1"/>
                </a:solidFill>
              </a:rPr>
              <a:t>1</a:t>
            </a:r>
            <a:r>
              <a:rPr lang="ja-JP" altLang="en-US" dirty="0">
                <a:solidFill>
                  <a:schemeClr val="bg1"/>
                </a:solidFill>
              </a:rPr>
              <a:t>から自作しました。</a:t>
            </a:r>
            <a:endParaRPr lang="en-US" altLang="ja-JP" dirty="0">
              <a:solidFill>
                <a:schemeClr val="bg1"/>
              </a:solidFill>
            </a:endParaRPr>
          </a:p>
          <a:p>
            <a:pPr algn="l"/>
            <a:r>
              <a:rPr lang="ja-JP" altLang="en-US" dirty="0">
                <a:solidFill>
                  <a:schemeClr val="bg1"/>
                </a:solidFill>
              </a:rPr>
              <a:t>当たり判定の流れは、</a:t>
            </a:r>
            <a:endParaRPr lang="en-US" altLang="ja-JP" dirty="0">
              <a:solidFill>
                <a:schemeClr val="bg1"/>
              </a:solidFill>
            </a:endParaRPr>
          </a:p>
          <a:p>
            <a:pPr algn="l"/>
            <a:r>
              <a:rPr lang="ja-JP" altLang="en-US" sz="2000" dirty="0">
                <a:solidFill>
                  <a:schemeClr val="bg1"/>
                </a:solidFill>
              </a:rPr>
              <a:t> </a:t>
            </a:r>
            <a:r>
              <a:rPr lang="en-US" altLang="ja-JP" sz="2000" dirty="0">
                <a:solidFill>
                  <a:schemeClr val="bg1"/>
                </a:solidFill>
              </a:rPr>
              <a:t>1) </a:t>
            </a:r>
            <a:r>
              <a:rPr lang="en-US" altLang="ja-JP" sz="2000" dirty="0" err="1">
                <a:solidFill>
                  <a:schemeClr val="bg1"/>
                </a:solidFill>
              </a:rPr>
              <a:t>BoneCollision</a:t>
            </a:r>
            <a:r>
              <a:rPr lang="en-US" altLang="ja-JP" sz="2000" dirty="0">
                <a:solidFill>
                  <a:schemeClr val="bg1"/>
                </a:solidFill>
              </a:rPr>
              <a:t>()</a:t>
            </a:r>
          </a:p>
          <a:p>
            <a:pPr algn="l"/>
            <a:r>
              <a:rPr lang="en-US" altLang="ja-JP" sz="1400" dirty="0">
                <a:solidFill>
                  <a:schemeClr val="bg1"/>
                </a:solidFill>
              </a:rPr>
              <a:t>	</a:t>
            </a:r>
            <a:r>
              <a:rPr lang="ja-JP" altLang="en-US" sz="1400" dirty="0">
                <a:solidFill>
                  <a:schemeClr val="bg1"/>
                </a:solidFill>
              </a:rPr>
              <a:t>➣ モデルの各ボーンのワールド座標を取得し、動的に更新。</a:t>
            </a:r>
            <a:endParaRPr lang="en-US" altLang="ja-JP" sz="1400" dirty="0">
              <a:solidFill>
                <a:schemeClr val="bg1"/>
              </a:solidFill>
            </a:endParaRPr>
          </a:p>
          <a:p>
            <a:pPr algn="l"/>
            <a:r>
              <a:rPr lang="en-US" altLang="ja-JP" sz="1400" dirty="0">
                <a:solidFill>
                  <a:schemeClr val="bg1"/>
                </a:solidFill>
              </a:rPr>
              <a:t>	</a:t>
            </a:r>
            <a:r>
              <a:rPr lang="ja-JP" altLang="en-US" sz="1400" dirty="0">
                <a:solidFill>
                  <a:schemeClr val="bg1"/>
                </a:solidFill>
              </a:rPr>
              <a:t>➣ 当たり判定がリアルタイムで移動することで、見た目と判定が一致するように</a:t>
            </a:r>
            <a:r>
              <a:rPr lang="en-US" altLang="ja-JP" sz="1400" dirty="0">
                <a:solidFill>
                  <a:schemeClr val="bg1"/>
                </a:solidFill>
              </a:rPr>
              <a:t>	</a:t>
            </a:r>
            <a:r>
              <a:rPr lang="ja-JP" altLang="en-US" sz="1400" dirty="0">
                <a:solidFill>
                  <a:schemeClr val="bg1"/>
                </a:solidFill>
              </a:rPr>
              <a:t>　 しています。</a:t>
            </a:r>
            <a:endParaRPr lang="en-US" altLang="ja-JP" sz="1400" dirty="0">
              <a:solidFill>
                <a:schemeClr val="bg1"/>
              </a:solidFill>
            </a:endParaRPr>
          </a:p>
          <a:p>
            <a:pPr algn="l"/>
            <a:r>
              <a:rPr lang="en-US" altLang="ja-JP" sz="2000" dirty="0">
                <a:solidFill>
                  <a:schemeClr val="bg1"/>
                </a:solidFill>
              </a:rPr>
              <a:t> 2) CollisionDetection()</a:t>
            </a:r>
          </a:p>
          <a:p>
            <a:pPr algn="l"/>
            <a:r>
              <a:rPr lang="en-US" altLang="ja-JP" sz="1400" dirty="0">
                <a:solidFill>
                  <a:schemeClr val="bg1"/>
                </a:solidFill>
              </a:rPr>
              <a:t>	</a:t>
            </a:r>
            <a:r>
              <a:rPr lang="ja-JP" altLang="en-US" sz="1400" dirty="0">
                <a:solidFill>
                  <a:schemeClr val="bg1"/>
                </a:solidFill>
              </a:rPr>
              <a:t>➣ ヒットした部位に応じて</a:t>
            </a:r>
            <a:r>
              <a:rPr lang="ja-JP" altLang="en-US" sz="1400" b="1" dirty="0">
                <a:solidFill>
                  <a:schemeClr val="bg1"/>
                </a:solidFill>
              </a:rPr>
              <a:t>ダメージ計算と効果音再生</a:t>
            </a:r>
            <a:r>
              <a:rPr lang="ja-JP" altLang="en-US" sz="1400" dirty="0">
                <a:solidFill>
                  <a:schemeClr val="bg1"/>
                </a:solidFill>
              </a:rPr>
              <a:t>を行い、フレーム単位での</a:t>
            </a:r>
            <a:r>
              <a:rPr lang="en-US" altLang="ja-JP" sz="1400" dirty="0">
                <a:solidFill>
                  <a:schemeClr val="bg1"/>
                </a:solidFill>
              </a:rPr>
              <a:t>	</a:t>
            </a:r>
            <a:r>
              <a:rPr lang="ja-JP" altLang="en-US" sz="1400" dirty="0">
                <a:solidFill>
                  <a:schemeClr val="bg1"/>
                </a:solidFill>
              </a:rPr>
              <a:t>　 制御にしています。</a:t>
            </a:r>
            <a:endParaRPr lang="en-US" altLang="ja-JP" sz="1400" dirty="0">
              <a:solidFill>
                <a:schemeClr val="bg1"/>
              </a:solidFill>
            </a:endParaRPr>
          </a:p>
          <a:p>
            <a:pPr algn="l"/>
            <a:r>
              <a:rPr lang="en-US" altLang="ja-JP" sz="2000" dirty="0">
                <a:solidFill>
                  <a:schemeClr val="bg1"/>
                </a:solidFill>
              </a:rPr>
              <a:t> 3) UpdateDamage()</a:t>
            </a:r>
          </a:p>
          <a:p>
            <a:pPr algn="l"/>
            <a:r>
              <a:rPr lang="en-US" altLang="ja-JP" sz="1400" dirty="0">
                <a:solidFill>
                  <a:schemeClr val="bg1"/>
                </a:solidFill>
              </a:rPr>
              <a:t>	</a:t>
            </a:r>
            <a:r>
              <a:rPr lang="ja-JP" altLang="en-US" sz="1400" dirty="0">
                <a:solidFill>
                  <a:schemeClr val="bg1"/>
                </a:solidFill>
              </a:rPr>
              <a:t>➣ダメージの反映</a:t>
            </a:r>
            <a:endParaRPr lang="en-US" altLang="ja-JP" dirty="0">
              <a:solidFill>
                <a:schemeClr val="bg1"/>
              </a:solidFill>
            </a:endParaRPr>
          </a:p>
          <a:p>
            <a:pPr algn="l"/>
            <a:endParaRPr kumimoji="1" lang="en-US" altLang="ja-JP" sz="1400" dirty="0">
              <a:solidFill>
                <a:schemeClr val="bg1"/>
              </a:solidFill>
            </a:endParaRPr>
          </a:p>
        </p:txBody>
      </p:sp>
      <p:sp>
        <p:nvSpPr>
          <p:cNvPr id="5" name="フローチャート: 処理 4">
            <a:extLst>
              <a:ext uri="{FF2B5EF4-FFF2-40B4-BE49-F238E27FC236}">
                <a16:creationId xmlns:a16="http://schemas.microsoft.com/office/drawing/2014/main" id="{10B0508E-7555-4FC7-9BFE-CE451B3852A8}"/>
              </a:ext>
            </a:extLst>
          </p:cNvPr>
          <p:cNvSpPr/>
          <p:nvPr/>
        </p:nvSpPr>
        <p:spPr>
          <a:xfrm>
            <a:off x="400582" y="2471650"/>
            <a:ext cx="7529759" cy="2909455"/>
          </a:xfrm>
          <a:prstGeom prst="flowChartProcess">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kumimoji="1" lang="ja-JP" altLang="en-US"/>
          </a:p>
        </p:txBody>
      </p:sp>
      <p:pic>
        <p:nvPicPr>
          <p:cNvPr id="13" name="図 12">
            <a:extLst>
              <a:ext uri="{FF2B5EF4-FFF2-40B4-BE49-F238E27FC236}">
                <a16:creationId xmlns:a16="http://schemas.microsoft.com/office/drawing/2014/main" id="{27C40889-01CC-4C48-8C93-74002AC187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6844" y="426341"/>
            <a:ext cx="1774444" cy="3408156"/>
          </a:xfrm>
          <a:prstGeom prst="rect">
            <a:avLst/>
          </a:prstGeom>
        </p:spPr>
      </p:pic>
      <p:pic>
        <p:nvPicPr>
          <p:cNvPr id="17" name="図 16">
            <a:extLst>
              <a:ext uri="{FF2B5EF4-FFF2-40B4-BE49-F238E27FC236}">
                <a16:creationId xmlns:a16="http://schemas.microsoft.com/office/drawing/2014/main" id="{D65BEBF2-D478-4AA7-A08B-8F82F338A0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24484" y="4821383"/>
            <a:ext cx="3159806" cy="1558061"/>
          </a:xfrm>
          <a:prstGeom prst="rect">
            <a:avLst/>
          </a:prstGeom>
        </p:spPr>
      </p:pic>
      <p:sp>
        <p:nvSpPr>
          <p:cNvPr id="18" name="テキスト ボックス 17">
            <a:extLst>
              <a:ext uri="{FF2B5EF4-FFF2-40B4-BE49-F238E27FC236}">
                <a16:creationId xmlns:a16="http://schemas.microsoft.com/office/drawing/2014/main" id="{49E0F2A6-B978-4116-BBB4-538B13A16C21}"/>
              </a:ext>
            </a:extLst>
          </p:cNvPr>
          <p:cNvSpPr txBox="1"/>
          <p:nvPr/>
        </p:nvSpPr>
        <p:spPr>
          <a:xfrm>
            <a:off x="10094421" y="686097"/>
            <a:ext cx="1774444" cy="646331"/>
          </a:xfrm>
          <a:prstGeom prst="rect">
            <a:avLst/>
          </a:prstGeom>
          <a:noFill/>
        </p:spPr>
        <p:txBody>
          <a:bodyPr wrap="square" rtlCol="0">
            <a:spAutoFit/>
          </a:bodyPr>
          <a:lstStyle/>
          <a:p>
            <a:r>
              <a:rPr lang="en-US" altLang="ja-JP" dirty="0">
                <a:solidFill>
                  <a:schemeClr val="bg1"/>
                </a:solidFill>
              </a:rPr>
              <a:t>Character.cpp</a:t>
            </a:r>
            <a:r>
              <a:rPr lang="ja-JP" altLang="en-US" dirty="0">
                <a:solidFill>
                  <a:schemeClr val="bg1"/>
                </a:solidFill>
              </a:rPr>
              <a:t> </a:t>
            </a:r>
            <a:endParaRPr lang="en-US" altLang="ja-JP" dirty="0">
              <a:solidFill>
                <a:schemeClr val="bg1"/>
              </a:solidFill>
            </a:endParaRPr>
          </a:p>
          <a:p>
            <a:r>
              <a:rPr lang="en-US" altLang="ja-JP" dirty="0">
                <a:solidFill>
                  <a:schemeClr val="bg1"/>
                </a:solidFill>
              </a:rPr>
              <a:t>626</a:t>
            </a:r>
            <a:r>
              <a:rPr lang="ja-JP" altLang="en-US" dirty="0">
                <a:solidFill>
                  <a:schemeClr val="bg1"/>
                </a:solidFill>
              </a:rPr>
              <a:t>行目以降</a:t>
            </a:r>
            <a:r>
              <a:rPr lang="en-US" altLang="ja-JP" dirty="0">
                <a:solidFill>
                  <a:schemeClr val="bg1"/>
                </a:solidFill>
              </a:rPr>
              <a:t> </a:t>
            </a:r>
            <a:endParaRPr kumimoji="1" lang="ja-JP" altLang="en-US" dirty="0">
              <a:solidFill>
                <a:schemeClr val="bg1"/>
              </a:solidFill>
            </a:endParaRPr>
          </a:p>
        </p:txBody>
      </p:sp>
      <p:sp>
        <p:nvSpPr>
          <p:cNvPr id="19" name="テキスト ボックス 18">
            <a:extLst>
              <a:ext uri="{FF2B5EF4-FFF2-40B4-BE49-F238E27FC236}">
                <a16:creationId xmlns:a16="http://schemas.microsoft.com/office/drawing/2014/main" id="{D94E9099-7F36-49A0-ACC5-2C6A4EA9C282}"/>
              </a:ext>
            </a:extLst>
          </p:cNvPr>
          <p:cNvSpPr txBox="1"/>
          <p:nvPr/>
        </p:nvSpPr>
        <p:spPr>
          <a:xfrm>
            <a:off x="10094421" y="3834497"/>
            <a:ext cx="1983971" cy="646331"/>
          </a:xfrm>
          <a:prstGeom prst="rect">
            <a:avLst/>
          </a:prstGeom>
          <a:noFill/>
        </p:spPr>
        <p:txBody>
          <a:bodyPr wrap="square" rtlCol="0">
            <a:spAutoFit/>
          </a:bodyPr>
          <a:lstStyle/>
          <a:p>
            <a:r>
              <a:rPr lang="en-US" altLang="ja-JP" dirty="0">
                <a:solidFill>
                  <a:schemeClr val="bg1"/>
                </a:solidFill>
              </a:rPr>
              <a:t>Character.cpp</a:t>
            </a:r>
            <a:r>
              <a:rPr lang="ja-JP" altLang="en-US" dirty="0">
                <a:solidFill>
                  <a:schemeClr val="bg1"/>
                </a:solidFill>
              </a:rPr>
              <a:t> </a:t>
            </a:r>
            <a:endParaRPr lang="en-US" altLang="ja-JP" dirty="0">
              <a:solidFill>
                <a:schemeClr val="bg1"/>
              </a:solidFill>
            </a:endParaRPr>
          </a:p>
          <a:p>
            <a:r>
              <a:rPr lang="en-US" altLang="ja-JP" dirty="0">
                <a:solidFill>
                  <a:schemeClr val="bg1"/>
                </a:solidFill>
              </a:rPr>
              <a:t>533</a:t>
            </a:r>
            <a:r>
              <a:rPr lang="ja-JP" altLang="en-US" dirty="0">
                <a:solidFill>
                  <a:schemeClr val="bg1"/>
                </a:solidFill>
              </a:rPr>
              <a:t>行目以降</a:t>
            </a:r>
            <a:r>
              <a:rPr lang="en-US" altLang="ja-JP" dirty="0">
                <a:solidFill>
                  <a:schemeClr val="bg1"/>
                </a:solidFill>
              </a:rPr>
              <a:t> </a:t>
            </a:r>
            <a:endParaRPr kumimoji="1" lang="ja-JP" altLang="en-US" dirty="0">
              <a:solidFill>
                <a:schemeClr val="bg1"/>
              </a:solidFill>
            </a:endParaRPr>
          </a:p>
        </p:txBody>
      </p:sp>
      <p:sp>
        <p:nvSpPr>
          <p:cNvPr id="4" name="吹き出し: 四角形 3">
            <a:extLst>
              <a:ext uri="{FF2B5EF4-FFF2-40B4-BE49-F238E27FC236}">
                <a16:creationId xmlns:a16="http://schemas.microsoft.com/office/drawing/2014/main" id="{16FC7409-9F84-453C-B59F-C24D93A20694}"/>
              </a:ext>
            </a:extLst>
          </p:cNvPr>
          <p:cNvSpPr/>
          <p:nvPr/>
        </p:nvSpPr>
        <p:spPr>
          <a:xfrm>
            <a:off x="10099588" y="551936"/>
            <a:ext cx="1696996" cy="846868"/>
          </a:xfrm>
          <a:prstGeom prst="wedgeRectCallout">
            <a:avLst>
              <a:gd name="adj1" fmla="val -68003"/>
              <a:gd name="adj2" fmla="val -17564"/>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吹き出し: 四角形 11">
            <a:extLst>
              <a:ext uri="{FF2B5EF4-FFF2-40B4-BE49-F238E27FC236}">
                <a16:creationId xmlns:a16="http://schemas.microsoft.com/office/drawing/2014/main" id="{BD48BB5C-8242-46E7-995F-D47DCC8EFB7E}"/>
              </a:ext>
            </a:extLst>
          </p:cNvPr>
          <p:cNvSpPr/>
          <p:nvPr/>
        </p:nvSpPr>
        <p:spPr>
          <a:xfrm>
            <a:off x="10094421" y="3696950"/>
            <a:ext cx="1696996" cy="846868"/>
          </a:xfrm>
          <a:prstGeom prst="wedgeRectCallout">
            <a:avLst>
              <a:gd name="adj1" fmla="val -21402"/>
              <a:gd name="adj2" fmla="val 69010"/>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339C696E-E88F-4E12-8634-1B7B7D84F926}"/>
              </a:ext>
            </a:extLst>
          </p:cNvPr>
          <p:cNvSpPr txBox="1"/>
          <p:nvPr/>
        </p:nvSpPr>
        <p:spPr>
          <a:xfrm>
            <a:off x="315883" y="5480042"/>
            <a:ext cx="7322631" cy="1015663"/>
          </a:xfrm>
          <a:prstGeom prst="rect">
            <a:avLst/>
          </a:prstGeom>
          <a:noFill/>
        </p:spPr>
        <p:txBody>
          <a:bodyPr wrap="square" rtlCol="0">
            <a:spAutoFit/>
          </a:bodyPr>
          <a:lstStyle/>
          <a:p>
            <a:pPr algn="l"/>
            <a:r>
              <a:rPr kumimoji="1" lang="ja-JP" altLang="en-US" sz="1400" dirty="0">
                <a:solidFill>
                  <a:schemeClr val="bg1"/>
                </a:solidFill>
              </a:rPr>
              <a:t>また、キャラ同士の</a:t>
            </a:r>
            <a:r>
              <a:rPr kumimoji="0" lang="ja-JP" altLang="ja-JP" sz="1400" b="1" i="0" u="none" strike="noStrike" cap="none" normalizeH="0" baseline="0" dirty="0">
                <a:ln>
                  <a:noFill/>
                </a:ln>
                <a:solidFill>
                  <a:srgbClr val="FF0000"/>
                </a:solidFill>
                <a:effectLst/>
                <a:latin typeface="Arial" panose="020B0604020202020204" pitchFamily="34" charset="0"/>
              </a:rPr>
              <a:t>物理的な衝突処理</a:t>
            </a:r>
            <a:r>
              <a:rPr kumimoji="0" lang="ja-JP" altLang="ja-JP" sz="1400" b="0" i="0" u="none" strike="noStrike" cap="none" normalizeH="0" baseline="0" dirty="0">
                <a:ln>
                  <a:noFill/>
                </a:ln>
                <a:solidFill>
                  <a:schemeClr val="bg1"/>
                </a:solidFill>
                <a:effectLst/>
                <a:latin typeface="Arial" panose="020B0604020202020204" pitchFamily="34" charset="0"/>
              </a:rPr>
              <a:t>は</a:t>
            </a:r>
            <a:r>
              <a:rPr kumimoji="0" lang="ja-JP" altLang="en-US" sz="1400" b="0" i="0" u="none" strike="noStrike" cap="none" normalizeH="0" baseline="0" dirty="0">
                <a:ln>
                  <a:noFill/>
                </a:ln>
                <a:solidFill>
                  <a:schemeClr val="bg1"/>
                </a:solidFill>
                <a:effectLst/>
                <a:latin typeface="Arial" panose="020B0604020202020204" pitchFamily="34" charset="0"/>
              </a:rPr>
              <a:t>「</a:t>
            </a:r>
            <a:r>
              <a:rPr kumimoji="0" lang="ja-JP" altLang="ja-JP" sz="1400" b="0" i="0" u="none" strike="noStrike" cap="none" normalizeH="0" baseline="0" dirty="0">
                <a:ln>
                  <a:noFill/>
                </a:ln>
                <a:solidFill>
                  <a:schemeClr val="bg1"/>
                </a:solidFill>
                <a:effectLst/>
                <a:latin typeface="Arial Unicode MS"/>
              </a:rPr>
              <a:t>ResolvePlayerCollision()</a:t>
            </a:r>
            <a:r>
              <a:rPr kumimoji="0" lang="ja-JP" altLang="en-US" sz="1400" b="0" i="0" u="none" strike="noStrike" cap="none" normalizeH="0" baseline="0" dirty="0">
                <a:ln>
                  <a:noFill/>
                </a:ln>
                <a:solidFill>
                  <a:schemeClr val="bg1"/>
                </a:solidFill>
                <a:effectLst/>
                <a:latin typeface="Arial Unicode MS"/>
              </a:rPr>
              <a:t>」</a:t>
            </a:r>
            <a:r>
              <a:rPr kumimoji="0" lang="ja-JP" altLang="ja-JP" sz="1400" b="0" i="0" u="none" strike="noStrike" cap="none" normalizeH="0" baseline="0" dirty="0">
                <a:ln>
                  <a:noFill/>
                </a:ln>
                <a:solidFill>
                  <a:schemeClr val="bg1"/>
                </a:solidFill>
                <a:effectLst/>
              </a:rPr>
              <a:t>で独立して管理。 </a:t>
            </a:r>
            <a:endParaRPr kumimoji="0" lang="ja-JP" altLang="ja-JP" sz="1400" b="0" i="0" u="none" strike="noStrike" cap="none" normalizeH="0" baseline="0" dirty="0">
              <a:ln>
                <a:noFill/>
              </a:ln>
              <a:solidFill>
                <a:schemeClr val="bg1"/>
              </a:solidFill>
              <a:effectLst/>
              <a:latin typeface="Arial" panose="020B0604020202020204" pitchFamily="34" charset="0"/>
            </a:endParaRPr>
          </a:p>
          <a:p>
            <a:pPr algn="l"/>
            <a:r>
              <a:rPr lang="ja-JP" altLang="en-US" sz="1400" dirty="0">
                <a:solidFill>
                  <a:schemeClr val="bg1"/>
                </a:solidFill>
              </a:rPr>
              <a:t>攻撃判定とは別の段階で位置補正を行うことで、見た目とゲームロジックを明確に分離し、挙動の安定性と拡張性を高めました。</a:t>
            </a:r>
            <a:endParaRPr kumimoji="1" lang="ja-JP" altLang="en-US" sz="1400" dirty="0">
              <a:solidFill>
                <a:schemeClr val="bg1"/>
              </a:solidFill>
            </a:endParaRPr>
          </a:p>
          <a:p>
            <a:endParaRPr kumimoji="1" lang="ja-JP" altLang="en-US" dirty="0"/>
          </a:p>
        </p:txBody>
      </p:sp>
    </p:spTree>
    <p:extLst>
      <p:ext uri="{BB962C8B-B14F-4D97-AF65-F5344CB8AC3E}">
        <p14:creationId xmlns:p14="http://schemas.microsoft.com/office/powerpoint/2010/main" val="739418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A3DBA-DA8E-136B-0008-8556C7D6FDE0}"/>
            </a:ext>
          </a:extLst>
        </p:cNvPr>
        <p:cNvGrpSpPr/>
        <p:nvPr/>
      </p:nvGrpSpPr>
      <p:grpSpPr>
        <a:xfrm>
          <a:off x="0" y="0"/>
          <a:ext cx="0" cy="0"/>
          <a:chOff x="0" y="0"/>
          <a:chExt cx="0" cy="0"/>
        </a:xfrm>
      </p:grpSpPr>
      <p:pic>
        <p:nvPicPr>
          <p:cNvPr id="9" name="図 8">
            <a:extLst>
              <a:ext uri="{FF2B5EF4-FFF2-40B4-BE49-F238E27FC236}">
                <a16:creationId xmlns:a16="http://schemas.microsoft.com/office/drawing/2014/main" id="{1C117327-97DC-1058-7503-72025617BD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タイトル 1">
            <a:extLst>
              <a:ext uri="{FF2B5EF4-FFF2-40B4-BE49-F238E27FC236}">
                <a16:creationId xmlns:a16="http://schemas.microsoft.com/office/drawing/2014/main" id="{F948EF0F-BA2E-3D9C-EFE5-F404BE762142}"/>
              </a:ext>
            </a:extLst>
          </p:cNvPr>
          <p:cNvSpPr>
            <a:spLocks noGrp="1"/>
          </p:cNvSpPr>
          <p:nvPr>
            <p:ph type="ctrTitle"/>
          </p:nvPr>
        </p:nvSpPr>
        <p:spPr>
          <a:xfrm>
            <a:off x="326966" y="3423890"/>
            <a:ext cx="5830256" cy="822815"/>
          </a:xfrm>
        </p:spPr>
        <p:txBody>
          <a:bodyPr>
            <a:normAutofit/>
          </a:bodyPr>
          <a:lstStyle/>
          <a:p>
            <a:pPr algn="l"/>
            <a:r>
              <a:rPr lang="en-US" altLang="ja-JP" sz="3200" dirty="0">
                <a:solidFill>
                  <a:schemeClr val="bg1"/>
                </a:solidFill>
                <a:ea typeface="游ゴシック Light"/>
              </a:rPr>
              <a:t>【</a:t>
            </a:r>
            <a:r>
              <a:rPr lang="en-US" altLang="ja-JP" sz="3200" dirty="0" err="1">
                <a:solidFill>
                  <a:schemeClr val="bg1"/>
                </a:solidFill>
                <a:ea typeface="游ゴシック Light"/>
              </a:rPr>
              <a:t>苦労した点</a:t>
            </a:r>
            <a:r>
              <a:rPr lang="en-US" altLang="ja-JP" sz="3200" dirty="0">
                <a:solidFill>
                  <a:schemeClr val="bg1"/>
                </a:solidFill>
                <a:ea typeface="游ゴシック Light"/>
              </a:rPr>
              <a:t>】</a:t>
            </a:r>
            <a:endParaRPr lang="ja-JP" altLang="en-US" sz="3200" dirty="0">
              <a:solidFill>
                <a:schemeClr val="bg1"/>
              </a:solidFill>
              <a:ea typeface="游ゴシック Light"/>
            </a:endParaRPr>
          </a:p>
        </p:txBody>
      </p:sp>
      <p:sp>
        <p:nvSpPr>
          <p:cNvPr id="3" name="字幕 2">
            <a:extLst>
              <a:ext uri="{FF2B5EF4-FFF2-40B4-BE49-F238E27FC236}">
                <a16:creationId xmlns:a16="http://schemas.microsoft.com/office/drawing/2014/main" id="{3A8A0949-2BFA-36B6-88A4-6BD275C3417F}"/>
              </a:ext>
            </a:extLst>
          </p:cNvPr>
          <p:cNvSpPr>
            <a:spLocks noGrp="1"/>
          </p:cNvSpPr>
          <p:nvPr>
            <p:ph type="subTitle" idx="1"/>
          </p:nvPr>
        </p:nvSpPr>
        <p:spPr>
          <a:xfrm>
            <a:off x="686399" y="1457497"/>
            <a:ext cx="10934215" cy="4765819"/>
          </a:xfrm>
        </p:spPr>
        <p:txBody>
          <a:bodyPr vert="horz" lIns="91440" tIns="45720" rIns="91440" bIns="45720" rtlCol="0" anchor="t">
            <a:normAutofit/>
          </a:bodyPr>
          <a:lstStyle/>
          <a:p>
            <a:pPr algn="l"/>
            <a:endParaRPr lang="ja-JP" dirty="0">
              <a:solidFill>
                <a:schemeClr val="bg1"/>
              </a:solidFill>
              <a:ea typeface="+mn-lt"/>
              <a:cs typeface="+mn-lt"/>
            </a:endParaRPr>
          </a:p>
          <a:p>
            <a:pPr algn="l"/>
            <a:endParaRPr lang="ja-JP" dirty="0">
              <a:solidFill>
                <a:schemeClr val="bg1"/>
              </a:solidFill>
              <a:ea typeface="游ゴシック"/>
            </a:endParaRPr>
          </a:p>
          <a:p>
            <a:pPr algn="l"/>
            <a:endParaRPr lang="ja-JP" altLang="en-US" dirty="0">
              <a:solidFill>
                <a:schemeClr val="bg1"/>
              </a:solidFill>
              <a:ea typeface="游ゴシック"/>
            </a:endParaRPr>
          </a:p>
        </p:txBody>
      </p:sp>
      <p:sp>
        <p:nvSpPr>
          <p:cNvPr id="5" name="タイトル 1">
            <a:extLst>
              <a:ext uri="{FF2B5EF4-FFF2-40B4-BE49-F238E27FC236}">
                <a16:creationId xmlns:a16="http://schemas.microsoft.com/office/drawing/2014/main" id="{C81615F2-4AF8-7291-742E-66BBC61C795C}"/>
              </a:ext>
            </a:extLst>
          </p:cNvPr>
          <p:cNvSpPr txBox="1">
            <a:spLocks/>
          </p:cNvSpPr>
          <p:nvPr/>
        </p:nvSpPr>
        <p:spPr>
          <a:xfrm>
            <a:off x="6100913" y="3418139"/>
            <a:ext cx="5830256" cy="8228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en-US" altLang="ja-JP" sz="3200" dirty="0">
                <a:solidFill>
                  <a:schemeClr val="bg1"/>
                </a:solidFill>
                <a:ea typeface="游ゴシック Light"/>
              </a:rPr>
              <a:t>【</a:t>
            </a:r>
            <a:r>
              <a:rPr lang="en-US" altLang="ja-JP" sz="3200" err="1">
                <a:solidFill>
                  <a:schemeClr val="bg1"/>
                </a:solidFill>
                <a:ea typeface="游ゴシック Light"/>
              </a:rPr>
              <a:t>改善した点</a:t>
            </a:r>
            <a:r>
              <a:rPr lang="en-US" altLang="ja-JP" sz="3200" dirty="0">
                <a:solidFill>
                  <a:schemeClr val="bg1"/>
                </a:solidFill>
                <a:ea typeface="游ゴシック Light"/>
              </a:rPr>
              <a:t>】</a:t>
            </a:r>
            <a:endParaRPr lang="ja-JP" altLang="en-US" sz="3200" dirty="0">
              <a:solidFill>
                <a:schemeClr val="bg1"/>
              </a:solidFill>
              <a:ea typeface="游ゴシック Light"/>
            </a:endParaRPr>
          </a:p>
        </p:txBody>
      </p:sp>
      <p:sp>
        <p:nvSpPr>
          <p:cNvPr id="13" name="タイトル 1">
            <a:extLst>
              <a:ext uri="{FF2B5EF4-FFF2-40B4-BE49-F238E27FC236}">
                <a16:creationId xmlns:a16="http://schemas.microsoft.com/office/drawing/2014/main" id="{B3CD38FD-099C-08F0-F076-5A4E6FC871C4}"/>
              </a:ext>
            </a:extLst>
          </p:cNvPr>
          <p:cNvSpPr txBox="1">
            <a:spLocks/>
          </p:cNvSpPr>
          <p:nvPr/>
        </p:nvSpPr>
        <p:spPr>
          <a:xfrm>
            <a:off x="321215" y="4237648"/>
            <a:ext cx="4967616" cy="2274928"/>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marL="285750" indent="-285750" algn="l">
              <a:buFont typeface="Arial"/>
              <a:buChar char="•"/>
            </a:pPr>
            <a:endParaRPr lang="en-US" sz="1800" dirty="0">
              <a:solidFill>
                <a:schemeClr val="bg1"/>
              </a:solidFill>
              <a:ea typeface="+mj-lt"/>
              <a:cs typeface="+mj-lt"/>
            </a:endParaRPr>
          </a:p>
          <a:p>
            <a:pPr marL="285750" indent="-285750" algn="l">
              <a:buFont typeface="Arial"/>
              <a:buChar char="•"/>
            </a:pPr>
            <a:r>
              <a:rPr lang="en-US" sz="1800" dirty="0" err="1">
                <a:solidFill>
                  <a:schemeClr val="bg1"/>
                </a:solidFill>
                <a:ea typeface="+mj-lt"/>
                <a:cs typeface="+mj-lt"/>
              </a:rPr>
              <a:t>当たり判定を</a:t>
            </a:r>
            <a:r>
              <a:rPr lang="en-US" sz="1800" b="1" dirty="0" err="1">
                <a:solidFill>
                  <a:schemeClr val="bg1"/>
                </a:solidFill>
                <a:ea typeface="+mj-lt"/>
                <a:cs typeface="+mj-lt"/>
              </a:rPr>
              <a:t>手動で位置指定</a:t>
            </a:r>
            <a:r>
              <a:rPr lang="en-US" sz="1800" dirty="0" err="1">
                <a:solidFill>
                  <a:schemeClr val="bg1"/>
                </a:solidFill>
                <a:ea typeface="+mj-lt"/>
                <a:cs typeface="+mj-lt"/>
              </a:rPr>
              <a:t>していたため、フレームごとの処理が多く</a:t>
            </a:r>
            <a:r>
              <a:rPr lang="en-US" sz="1800" b="1" dirty="0" err="1">
                <a:solidFill>
                  <a:schemeClr val="bg1"/>
                </a:solidFill>
                <a:ea typeface="+mj-lt"/>
                <a:cs typeface="+mj-lt"/>
              </a:rPr>
              <a:t>動作が重くなっていた</a:t>
            </a:r>
            <a:r>
              <a:rPr lang="en-US" sz="1800" dirty="0">
                <a:solidFill>
                  <a:schemeClr val="bg1"/>
                </a:solidFill>
                <a:ea typeface="+mj-lt"/>
                <a:cs typeface="+mj-lt"/>
              </a:rPr>
              <a:t>。</a:t>
            </a:r>
            <a:endParaRPr lang="en-US" altLang="ja-JP" sz="1800" dirty="0">
              <a:solidFill>
                <a:schemeClr val="bg1"/>
              </a:solidFill>
              <a:ea typeface="+mj-lt"/>
              <a:cs typeface="+mj-lt"/>
            </a:endParaRPr>
          </a:p>
          <a:p>
            <a:pPr marL="285750" indent="-285750" algn="l">
              <a:buFont typeface="Arial"/>
              <a:buChar char="•"/>
            </a:pPr>
            <a:endParaRPr lang="en-US" sz="1800" dirty="0">
              <a:solidFill>
                <a:schemeClr val="bg1"/>
              </a:solidFill>
              <a:ea typeface="+mj-lt"/>
              <a:cs typeface="+mj-lt"/>
            </a:endParaRPr>
          </a:p>
          <a:p>
            <a:pPr marL="285750" indent="-285750" algn="l">
              <a:buFont typeface="Arial"/>
              <a:buChar char="•"/>
            </a:pPr>
            <a:r>
              <a:rPr lang="en-US" sz="1800" dirty="0" err="1">
                <a:solidFill>
                  <a:schemeClr val="bg1"/>
                </a:solidFill>
                <a:ea typeface="+mj-lt"/>
                <a:cs typeface="+mj-lt"/>
              </a:rPr>
              <a:t>攻撃を近距離で当てると、</a:t>
            </a:r>
            <a:r>
              <a:rPr lang="en-US" sz="1800" b="1" dirty="0" err="1">
                <a:solidFill>
                  <a:schemeClr val="bg1"/>
                </a:solidFill>
                <a:ea typeface="+mj-lt"/>
                <a:cs typeface="+mj-lt"/>
              </a:rPr>
              <a:t>同じ攻撃が多段ヒットしてしまう</a:t>
            </a:r>
            <a:r>
              <a:rPr lang="en-US" sz="1800" dirty="0" err="1">
                <a:solidFill>
                  <a:schemeClr val="bg1"/>
                </a:solidFill>
                <a:ea typeface="+mj-lt"/>
                <a:cs typeface="+mj-lt"/>
              </a:rPr>
              <a:t>問題が発生</a:t>
            </a:r>
            <a:r>
              <a:rPr lang="en-US" sz="1800" dirty="0">
                <a:solidFill>
                  <a:schemeClr val="bg1"/>
                </a:solidFill>
                <a:ea typeface="+mj-lt"/>
                <a:cs typeface="+mj-lt"/>
              </a:rPr>
              <a:t>。</a:t>
            </a:r>
          </a:p>
          <a:p>
            <a:pPr algn="l"/>
            <a:endParaRPr lang="en-US" altLang="ja-JP" sz="3200" dirty="0">
              <a:solidFill>
                <a:schemeClr val="bg1"/>
              </a:solidFill>
              <a:ea typeface="游ゴシック Light"/>
            </a:endParaRPr>
          </a:p>
        </p:txBody>
      </p:sp>
      <p:sp>
        <p:nvSpPr>
          <p:cNvPr id="14" name="タイトル 1">
            <a:extLst>
              <a:ext uri="{FF2B5EF4-FFF2-40B4-BE49-F238E27FC236}">
                <a16:creationId xmlns:a16="http://schemas.microsoft.com/office/drawing/2014/main" id="{06490069-1184-9722-1270-93E42FF63D5C}"/>
              </a:ext>
            </a:extLst>
          </p:cNvPr>
          <p:cNvSpPr txBox="1">
            <a:spLocks/>
          </p:cNvSpPr>
          <p:nvPr/>
        </p:nvSpPr>
        <p:spPr>
          <a:xfrm>
            <a:off x="6474725" y="4237647"/>
            <a:ext cx="4536296" cy="2274928"/>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marL="285750" indent="-285750" algn="l">
              <a:buFont typeface="Arial"/>
              <a:buChar char="•"/>
            </a:pPr>
            <a:endParaRPr lang="en-US" sz="1800" dirty="0">
              <a:solidFill>
                <a:schemeClr val="bg1"/>
              </a:solidFill>
              <a:ea typeface="+mj-lt"/>
              <a:cs typeface="+mj-lt"/>
            </a:endParaRPr>
          </a:p>
          <a:p>
            <a:pPr algn="l">
              <a:buFont typeface="Arial"/>
              <a:buChar char="•"/>
            </a:pPr>
            <a:r>
              <a:rPr lang="ja-JP" altLang="en-US" sz="1800">
                <a:solidFill>
                  <a:schemeClr val="bg1"/>
                </a:solidFill>
                <a:ea typeface="+mj-lt"/>
                <a:cs typeface="+mj-lt"/>
              </a:rPr>
              <a:t>　当たり判定を</a:t>
            </a:r>
            <a:r>
              <a:rPr lang="ja-JP" altLang="en-US" sz="1800" b="1">
                <a:solidFill>
                  <a:schemeClr val="bg1"/>
                </a:solidFill>
                <a:ea typeface="+mj-lt"/>
                <a:cs typeface="+mj-lt"/>
              </a:rPr>
              <a:t>骨（ボーン）に追従</a:t>
            </a:r>
            <a:r>
              <a:rPr lang="ja-JP" altLang="en-US" sz="1800">
                <a:solidFill>
                  <a:schemeClr val="bg1"/>
                </a:solidFill>
                <a:ea typeface="+mj-lt"/>
                <a:cs typeface="+mj-lt"/>
              </a:rPr>
              <a:t>させることで</a:t>
            </a:r>
            <a:r>
              <a:rPr lang="en-US" sz="1800" dirty="0">
                <a:solidFill>
                  <a:schemeClr val="bg1"/>
                </a:solidFill>
                <a:ea typeface="+mj-lt"/>
                <a:cs typeface="+mj-lt"/>
              </a:rPr>
              <a:t>、</a:t>
            </a:r>
            <a:r>
              <a:rPr lang="ja-JP" altLang="en-US" sz="1800">
                <a:solidFill>
                  <a:schemeClr val="bg1"/>
                </a:solidFill>
                <a:ea typeface="+mj-lt"/>
                <a:cs typeface="+mj-lt"/>
              </a:rPr>
              <a:t>アニメーション中の位置ずれを自動補正</a:t>
            </a:r>
            <a:r>
              <a:rPr lang="en-US" sz="1800" dirty="0">
                <a:solidFill>
                  <a:schemeClr val="bg1"/>
                </a:solidFill>
                <a:ea typeface="+mj-lt"/>
                <a:cs typeface="+mj-lt"/>
              </a:rPr>
              <a:t>。</a:t>
            </a:r>
            <a:endParaRPr lang="en-US" altLang="ja-JP" sz="1800" dirty="0">
              <a:solidFill>
                <a:schemeClr val="bg1"/>
              </a:solidFill>
              <a:ea typeface="+mj-lt"/>
              <a:cs typeface="+mj-lt"/>
            </a:endParaRPr>
          </a:p>
          <a:p>
            <a:pPr algn="l">
              <a:buFont typeface="Arial"/>
              <a:buChar char="•"/>
            </a:pPr>
            <a:endParaRPr lang="en-US" altLang="ja-JP" sz="1800" dirty="0">
              <a:solidFill>
                <a:schemeClr val="bg1"/>
              </a:solidFill>
              <a:ea typeface="+mj-lt"/>
              <a:cs typeface="+mj-lt"/>
            </a:endParaRPr>
          </a:p>
          <a:p>
            <a:pPr algn="l">
              <a:buFont typeface="Arial"/>
              <a:buChar char="•"/>
            </a:pPr>
            <a:r>
              <a:rPr lang="ja-JP" altLang="en-US" sz="1800">
                <a:solidFill>
                  <a:schemeClr val="bg1"/>
                </a:solidFill>
                <a:ea typeface="+mj-lt"/>
                <a:cs typeface="+mj-lt"/>
              </a:rPr>
              <a:t>　攻撃ごとに</a:t>
            </a:r>
            <a:r>
              <a:rPr lang="ja-JP" altLang="en-US" sz="1800" b="1">
                <a:solidFill>
                  <a:schemeClr val="bg1"/>
                </a:solidFill>
                <a:ea typeface="+mj-lt"/>
                <a:cs typeface="+mj-lt"/>
              </a:rPr>
              <a:t>有効なフレーム範囲</a:t>
            </a:r>
            <a:r>
              <a:rPr lang="ja-JP" altLang="en-US" sz="1800">
                <a:solidFill>
                  <a:schemeClr val="bg1"/>
                </a:solidFill>
                <a:ea typeface="+mj-lt"/>
                <a:cs typeface="+mj-lt"/>
              </a:rPr>
              <a:t>を設定し、ヒットタイミングを正確に制御</a:t>
            </a:r>
            <a:r>
              <a:rPr lang="en-US" sz="1800" dirty="0">
                <a:solidFill>
                  <a:schemeClr val="bg1"/>
                </a:solidFill>
                <a:ea typeface="+mj-lt"/>
                <a:cs typeface="+mj-lt"/>
              </a:rPr>
              <a:t>。</a:t>
            </a:r>
            <a:endParaRPr lang="en-US" sz="1800" dirty="0">
              <a:solidFill>
                <a:schemeClr val="bg1"/>
              </a:solidFill>
              <a:ea typeface="游ゴシック Light"/>
            </a:endParaRPr>
          </a:p>
          <a:p>
            <a:pPr algn="l">
              <a:buFont typeface="Arial"/>
              <a:buChar char="•"/>
            </a:pPr>
            <a:endParaRPr lang="en-US" altLang="ja-JP" sz="1400" dirty="0">
              <a:solidFill>
                <a:schemeClr val="bg1"/>
              </a:solidFill>
              <a:ea typeface="+mj-lt"/>
              <a:cs typeface="+mj-lt"/>
            </a:endParaRPr>
          </a:p>
          <a:p>
            <a:pPr marL="285750" indent="-285750" algn="l">
              <a:buFont typeface="Arial"/>
              <a:buChar char="•"/>
            </a:pPr>
            <a:endParaRPr lang="en-US" sz="1800" dirty="0">
              <a:solidFill>
                <a:schemeClr val="bg1"/>
              </a:solidFill>
              <a:ea typeface="+mj-lt"/>
              <a:cs typeface="+mj-lt"/>
            </a:endParaRPr>
          </a:p>
          <a:p>
            <a:pPr algn="l"/>
            <a:endParaRPr lang="en-US" altLang="ja-JP" sz="3200" dirty="0">
              <a:solidFill>
                <a:schemeClr val="bg1"/>
              </a:solidFill>
              <a:ea typeface="+mj-lt"/>
              <a:cs typeface="+mj-lt"/>
            </a:endParaRPr>
          </a:p>
        </p:txBody>
      </p:sp>
      <p:pic>
        <p:nvPicPr>
          <p:cNvPr id="6" name="図 5">
            <a:extLst>
              <a:ext uri="{FF2B5EF4-FFF2-40B4-BE49-F238E27FC236}">
                <a16:creationId xmlns:a16="http://schemas.microsoft.com/office/drawing/2014/main" id="{C3063C54-6CDB-4EE0-A3D2-D67D7FE224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188" y="721343"/>
            <a:ext cx="3633233" cy="2707657"/>
          </a:xfrm>
          <a:prstGeom prst="rect">
            <a:avLst/>
          </a:prstGeom>
        </p:spPr>
      </p:pic>
      <p:pic>
        <p:nvPicPr>
          <p:cNvPr id="8" name="図 7">
            <a:extLst>
              <a:ext uri="{FF2B5EF4-FFF2-40B4-BE49-F238E27FC236}">
                <a16:creationId xmlns:a16="http://schemas.microsoft.com/office/drawing/2014/main" id="{B1F8750B-5ED0-48E7-8E38-7877486624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4725" y="1696612"/>
            <a:ext cx="4547323" cy="1727278"/>
          </a:xfrm>
          <a:prstGeom prst="rect">
            <a:avLst/>
          </a:prstGeom>
        </p:spPr>
      </p:pic>
      <p:sp>
        <p:nvSpPr>
          <p:cNvPr id="10" name="吹き出し: 四角形 9">
            <a:extLst>
              <a:ext uri="{FF2B5EF4-FFF2-40B4-BE49-F238E27FC236}">
                <a16:creationId xmlns:a16="http://schemas.microsoft.com/office/drawing/2014/main" id="{99BAEC3F-F1C5-4978-992B-8F3F79751794}"/>
              </a:ext>
            </a:extLst>
          </p:cNvPr>
          <p:cNvSpPr/>
          <p:nvPr/>
        </p:nvSpPr>
        <p:spPr>
          <a:xfrm>
            <a:off x="4602643" y="996778"/>
            <a:ext cx="1493357" cy="822815"/>
          </a:xfrm>
          <a:prstGeom prst="wedgeRectCallout">
            <a:avLst>
              <a:gd name="adj1" fmla="val -70744"/>
              <a:gd name="adj2" fmla="val -21416"/>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テキスト ボックス 10">
            <a:extLst>
              <a:ext uri="{FF2B5EF4-FFF2-40B4-BE49-F238E27FC236}">
                <a16:creationId xmlns:a16="http://schemas.microsoft.com/office/drawing/2014/main" id="{B005B8A1-2CDE-47C1-A95B-AEE769F4F7EA}"/>
              </a:ext>
            </a:extLst>
          </p:cNvPr>
          <p:cNvSpPr txBox="1"/>
          <p:nvPr/>
        </p:nvSpPr>
        <p:spPr>
          <a:xfrm>
            <a:off x="4728518" y="1145059"/>
            <a:ext cx="1367482" cy="523220"/>
          </a:xfrm>
          <a:prstGeom prst="rect">
            <a:avLst/>
          </a:prstGeom>
          <a:noFill/>
        </p:spPr>
        <p:txBody>
          <a:bodyPr wrap="square" rtlCol="0">
            <a:spAutoFit/>
          </a:bodyPr>
          <a:lstStyle/>
          <a:p>
            <a:r>
              <a:rPr lang="en-US" altLang="ja-JP" sz="1400" dirty="0">
                <a:solidFill>
                  <a:schemeClr val="bg1"/>
                </a:solidFill>
              </a:rPr>
              <a:t>Character.cpp</a:t>
            </a:r>
            <a:br>
              <a:rPr lang="en-US" altLang="ja-JP" sz="1400" dirty="0">
                <a:solidFill>
                  <a:schemeClr val="bg1"/>
                </a:solidFill>
              </a:rPr>
            </a:br>
            <a:r>
              <a:rPr lang="en-US" altLang="ja-JP" sz="1400" dirty="0">
                <a:solidFill>
                  <a:schemeClr val="bg1"/>
                </a:solidFill>
              </a:rPr>
              <a:t>560</a:t>
            </a:r>
            <a:r>
              <a:rPr lang="ja-JP" altLang="en-US" sz="1400" dirty="0">
                <a:solidFill>
                  <a:schemeClr val="bg1"/>
                </a:solidFill>
              </a:rPr>
              <a:t>行目以降</a:t>
            </a:r>
            <a:endParaRPr kumimoji="1" lang="ja-JP" altLang="en-US" sz="1400" dirty="0">
              <a:solidFill>
                <a:schemeClr val="bg1"/>
              </a:solidFill>
            </a:endParaRPr>
          </a:p>
        </p:txBody>
      </p:sp>
      <p:sp>
        <p:nvSpPr>
          <p:cNvPr id="16" name="吹き出し: 四角形 15">
            <a:extLst>
              <a:ext uri="{FF2B5EF4-FFF2-40B4-BE49-F238E27FC236}">
                <a16:creationId xmlns:a16="http://schemas.microsoft.com/office/drawing/2014/main" id="{E9CE4804-9688-49F7-967C-A74A0E06E8F4}"/>
              </a:ext>
            </a:extLst>
          </p:cNvPr>
          <p:cNvSpPr/>
          <p:nvPr/>
        </p:nvSpPr>
        <p:spPr>
          <a:xfrm>
            <a:off x="9565940" y="404322"/>
            <a:ext cx="1733398" cy="822815"/>
          </a:xfrm>
          <a:prstGeom prst="wedgeRectCallout">
            <a:avLst>
              <a:gd name="adj1" fmla="val -21097"/>
              <a:gd name="adj2" fmla="val 87712"/>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 name="テキスト ボックス 16">
            <a:extLst>
              <a:ext uri="{FF2B5EF4-FFF2-40B4-BE49-F238E27FC236}">
                <a16:creationId xmlns:a16="http://schemas.microsoft.com/office/drawing/2014/main" id="{50C703A7-B886-4278-87D1-77C845566C97}"/>
              </a:ext>
            </a:extLst>
          </p:cNvPr>
          <p:cNvSpPr txBox="1"/>
          <p:nvPr/>
        </p:nvSpPr>
        <p:spPr>
          <a:xfrm>
            <a:off x="9623605" y="456606"/>
            <a:ext cx="1733398" cy="954107"/>
          </a:xfrm>
          <a:prstGeom prst="rect">
            <a:avLst/>
          </a:prstGeom>
          <a:noFill/>
        </p:spPr>
        <p:txBody>
          <a:bodyPr wrap="square" rtlCol="0">
            <a:spAutoFit/>
          </a:bodyPr>
          <a:lstStyle/>
          <a:p>
            <a:r>
              <a:rPr lang="ja-JP" altLang="en-US" sz="1400" dirty="0">
                <a:solidFill>
                  <a:schemeClr val="bg1"/>
                </a:solidFill>
              </a:rPr>
              <a:t>アニメーションの</a:t>
            </a:r>
            <a:r>
              <a:rPr lang="en-US" altLang="ja-JP" sz="1400" dirty="0">
                <a:solidFill>
                  <a:schemeClr val="bg1"/>
                </a:solidFill>
              </a:rPr>
              <a:t>MAX</a:t>
            </a:r>
            <a:r>
              <a:rPr lang="ja-JP" altLang="en-US" sz="1400" dirty="0">
                <a:solidFill>
                  <a:schemeClr val="bg1"/>
                </a:solidFill>
              </a:rPr>
              <a:t>フレームから手動で設定</a:t>
            </a:r>
            <a:br>
              <a:rPr lang="en-US" altLang="ja-JP" sz="1400" dirty="0">
                <a:solidFill>
                  <a:schemeClr val="bg1"/>
                </a:solidFill>
              </a:rPr>
            </a:br>
            <a:endParaRPr kumimoji="1" lang="ja-JP" altLang="en-US" sz="1400" dirty="0">
              <a:solidFill>
                <a:schemeClr val="bg1"/>
              </a:solidFill>
            </a:endParaRPr>
          </a:p>
        </p:txBody>
      </p:sp>
    </p:spTree>
    <p:extLst>
      <p:ext uri="{BB962C8B-B14F-4D97-AF65-F5344CB8AC3E}">
        <p14:creationId xmlns:p14="http://schemas.microsoft.com/office/powerpoint/2010/main" val="2682138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A93330EE-6B8B-4FFC-8E4B-B735DA4812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タイトル 1">
            <a:extLst>
              <a:ext uri="{FF2B5EF4-FFF2-40B4-BE49-F238E27FC236}">
                <a16:creationId xmlns:a16="http://schemas.microsoft.com/office/drawing/2014/main" id="{0C9ACDA0-1289-4EE9-9EA7-B48C2498ED18}"/>
              </a:ext>
            </a:extLst>
          </p:cNvPr>
          <p:cNvSpPr>
            <a:spLocks noGrp="1"/>
          </p:cNvSpPr>
          <p:nvPr>
            <p:ph type="ctrTitle"/>
          </p:nvPr>
        </p:nvSpPr>
        <p:spPr>
          <a:xfrm>
            <a:off x="326966" y="634683"/>
            <a:ext cx="11538066" cy="822815"/>
          </a:xfrm>
        </p:spPr>
        <p:txBody>
          <a:bodyPr>
            <a:normAutofit/>
          </a:bodyPr>
          <a:lstStyle/>
          <a:p>
            <a:pPr algn="l"/>
            <a:r>
              <a:rPr kumimoji="1" lang="en-US" altLang="ja-JP" sz="4000" dirty="0">
                <a:solidFill>
                  <a:schemeClr val="bg1"/>
                </a:solidFill>
              </a:rPr>
              <a:t>【</a:t>
            </a:r>
            <a:r>
              <a:rPr kumimoji="1" lang="ja-JP" altLang="en-US" sz="4000" dirty="0">
                <a:solidFill>
                  <a:schemeClr val="bg1"/>
                </a:solidFill>
              </a:rPr>
              <a:t>コード進化：</a:t>
            </a:r>
            <a:r>
              <a:rPr kumimoji="1" lang="en-US" altLang="ja-JP" sz="4000" dirty="0">
                <a:solidFill>
                  <a:schemeClr val="bg1"/>
                </a:solidFill>
              </a:rPr>
              <a:t>Player.cpp → Character.cpp】</a:t>
            </a:r>
            <a:endParaRPr kumimoji="1" lang="ja-JP" altLang="en-US" sz="4000" dirty="0">
              <a:solidFill>
                <a:schemeClr val="bg1"/>
              </a:solidFill>
            </a:endParaRPr>
          </a:p>
        </p:txBody>
      </p:sp>
      <p:sp>
        <p:nvSpPr>
          <p:cNvPr id="3" name="字幕 2">
            <a:extLst>
              <a:ext uri="{FF2B5EF4-FFF2-40B4-BE49-F238E27FC236}">
                <a16:creationId xmlns:a16="http://schemas.microsoft.com/office/drawing/2014/main" id="{81DC0F0A-1527-4642-A1A0-5BD00B17C73E}"/>
              </a:ext>
            </a:extLst>
          </p:cNvPr>
          <p:cNvSpPr>
            <a:spLocks noGrp="1"/>
          </p:cNvSpPr>
          <p:nvPr>
            <p:ph type="subTitle" idx="1"/>
          </p:nvPr>
        </p:nvSpPr>
        <p:spPr>
          <a:xfrm>
            <a:off x="326965" y="1457497"/>
            <a:ext cx="5772745" cy="4765819"/>
          </a:xfrm>
        </p:spPr>
        <p:txBody>
          <a:bodyPr vert="horz" lIns="91440" tIns="45720" rIns="91440" bIns="45720" rtlCol="0" anchor="t">
            <a:normAutofit/>
          </a:bodyPr>
          <a:lstStyle/>
          <a:p>
            <a:pPr algn="l"/>
            <a:endParaRPr kumimoji="1" lang="en-US" altLang="ja-JP" dirty="0">
              <a:solidFill>
                <a:schemeClr val="bg1"/>
              </a:solidFill>
              <a:ea typeface="游ゴシック"/>
            </a:endParaRPr>
          </a:p>
          <a:p>
            <a:pPr algn="l"/>
            <a:r>
              <a:rPr kumimoji="1" lang="ja-JP" altLang="en-US" dirty="0">
                <a:solidFill>
                  <a:schemeClr val="bg1"/>
                </a:solidFill>
                <a:ea typeface="游ゴシック"/>
              </a:rPr>
              <a:t>＜</a:t>
            </a:r>
            <a:r>
              <a:rPr kumimoji="1" lang="en-US" altLang="ja-JP" dirty="0">
                <a:solidFill>
                  <a:srgbClr val="0070C0"/>
                </a:solidFill>
                <a:ea typeface="游ゴシック"/>
              </a:rPr>
              <a:t>Before</a:t>
            </a:r>
            <a:r>
              <a:rPr kumimoji="1" lang="ja-JP" altLang="en-US" dirty="0">
                <a:solidFill>
                  <a:schemeClr val="bg1"/>
                </a:solidFill>
                <a:ea typeface="游ゴシック"/>
              </a:rPr>
              <a:t>：</a:t>
            </a:r>
            <a:r>
              <a:rPr kumimoji="1" lang="en-US" altLang="ja-JP" dirty="0">
                <a:solidFill>
                  <a:schemeClr val="bg1"/>
                </a:solidFill>
                <a:ea typeface="游ゴシック"/>
              </a:rPr>
              <a:t>Player.cpp</a:t>
            </a:r>
            <a:r>
              <a:rPr kumimoji="1" lang="ja-JP" altLang="en-US" dirty="0">
                <a:solidFill>
                  <a:schemeClr val="bg1"/>
                </a:solidFill>
                <a:ea typeface="游ゴシック"/>
              </a:rPr>
              <a:t>＞</a:t>
            </a:r>
          </a:p>
          <a:p>
            <a:pPr algn="l"/>
            <a:r>
              <a:rPr lang="ja-JP" altLang="en-US" dirty="0">
                <a:solidFill>
                  <a:schemeClr val="bg1"/>
                </a:solidFill>
                <a:ea typeface="+mn-lt"/>
                <a:cs typeface="+mn-lt"/>
              </a:rPr>
              <a:t>・</a:t>
            </a:r>
            <a:r>
              <a:rPr lang="ja-JP" sz="2000" dirty="0">
                <a:solidFill>
                  <a:schemeClr val="bg1"/>
                </a:solidFill>
                <a:ea typeface="+mn-lt"/>
                <a:cs typeface="+mn-lt"/>
              </a:rPr>
              <a:t>プレイヤー操作コードが直接記述されていた</a:t>
            </a:r>
            <a:endParaRPr lang="en-US" altLang="ja-JP" sz="2000" dirty="0">
              <a:solidFill>
                <a:schemeClr val="bg1"/>
              </a:solidFill>
              <a:ea typeface="+mn-lt"/>
              <a:cs typeface="+mn-lt"/>
            </a:endParaRPr>
          </a:p>
          <a:p>
            <a:pPr algn="l"/>
            <a:r>
              <a:rPr lang="ja-JP" altLang="en-US" dirty="0">
                <a:solidFill>
                  <a:schemeClr val="bg1"/>
                </a:solidFill>
                <a:ea typeface="+mn-lt"/>
                <a:cs typeface="+mn-lt"/>
              </a:rPr>
              <a:t>・</a:t>
            </a:r>
            <a:r>
              <a:rPr lang="ja-JP" sz="2000" dirty="0">
                <a:solidFill>
                  <a:schemeClr val="bg1"/>
                </a:solidFill>
                <a:ea typeface="+mn-lt"/>
                <a:cs typeface="+mn-lt"/>
              </a:rPr>
              <a:t>CPUへの流用が困難だった。</a:t>
            </a:r>
          </a:p>
          <a:p>
            <a:pPr algn="l"/>
            <a:endParaRPr lang="ja-JP" altLang="en-US" dirty="0">
              <a:solidFill>
                <a:schemeClr val="bg1"/>
              </a:solidFill>
              <a:ea typeface="游ゴシック"/>
            </a:endParaRPr>
          </a:p>
          <a:p>
            <a:pPr algn="l"/>
            <a:endParaRPr lang="en-US" altLang="ja-JP" dirty="0">
              <a:solidFill>
                <a:schemeClr val="bg1"/>
              </a:solidFill>
              <a:ea typeface="+mn-lt"/>
              <a:cs typeface="+mn-lt"/>
            </a:endParaRPr>
          </a:p>
          <a:p>
            <a:pPr algn="l"/>
            <a:r>
              <a:rPr lang="ja-JP" dirty="0">
                <a:solidFill>
                  <a:schemeClr val="bg1"/>
                </a:solidFill>
                <a:ea typeface="+mn-lt"/>
                <a:cs typeface="+mn-lt"/>
              </a:rPr>
              <a:t>＜</a:t>
            </a:r>
            <a:r>
              <a:rPr lang="ja-JP" dirty="0">
                <a:solidFill>
                  <a:srgbClr val="FF0000"/>
                </a:solidFill>
                <a:ea typeface="+mn-lt"/>
                <a:cs typeface="+mn-lt"/>
              </a:rPr>
              <a:t>After</a:t>
            </a:r>
            <a:r>
              <a:rPr lang="ja-JP" dirty="0">
                <a:solidFill>
                  <a:schemeClr val="bg1"/>
                </a:solidFill>
                <a:ea typeface="+mn-lt"/>
                <a:cs typeface="+mn-lt"/>
              </a:rPr>
              <a:t>：Character.cpp＞</a:t>
            </a:r>
          </a:p>
          <a:p>
            <a:pPr algn="l"/>
            <a:r>
              <a:rPr lang="ja-JP" altLang="en-US" dirty="0">
                <a:solidFill>
                  <a:schemeClr val="bg1"/>
                </a:solidFill>
                <a:ea typeface="+mn-lt"/>
                <a:cs typeface="+mn-lt"/>
              </a:rPr>
              <a:t>・</a:t>
            </a:r>
            <a:r>
              <a:rPr lang="ja-JP" sz="2000" dirty="0">
                <a:solidFill>
                  <a:schemeClr val="bg1"/>
                </a:solidFill>
                <a:ea typeface="+mn-lt"/>
                <a:cs typeface="+mn-lt"/>
              </a:rPr>
              <a:t>行動ごとに関数を分離し、共通クラス</a:t>
            </a:r>
            <a:r>
              <a:rPr lang="ja-JP" altLang="en-US" sz="2000" dirty="0">
                <a:solidFill>
                  <a:schemeClr val="bg1"/>
                </a:solidFill>
                <a:ea typeface="+mn-lt"/>
                <a:cs typeface="+mn-lt"/>
              </a:rPr>
              <a:t>化</a:t>
            </a:r>
            <a:endParaRPr lang="ja-JP" sz="2000" dirty="0"/>
          </a:p>
          <a:p>
            <a:pPr algn="l"/>
            <a:r>
              <a:rPr lang="ja-JP" altLang="en-US" dirty="0">
                <a:solidFill>
                  <a:schemeClr val="bg1"/>
                </a:solidFill>
                <a:ea typeface="+mn-lt"/>
                <a:cs typeface="+mn-lt"/>
              </a:rPr>
              <a:t>・</a:t>
            </a:r>
            <a:r>
              <a:rPr lang="ja-JP" sz="2000" dirty="0">
                <a:solidFill>
                  <a:schemeClr val="bg1"/>
                </a:solidFill>
                <a:ea typeface="+mn-lt"/>
                <a:cs typeface="+mn-lt"/>
              </a:rPr>
              <a:t>CPU制御にも対応可能な柔軟な構造に</a:t>
            </a:r>
            <a:endParaRPr lang="en-US" altLang="ja-JP" sz="2000" dirty="0">
              <a:solidFill>
                <a:schemeClr val="bg1"/>
              </a:solidFill>
              <a:ea typeface="游ゴシック"/>
            </a:endParaRPr>
          </a:p>
        </p:txBody>
      </p:sp>
      <p:pic>
        <p:nvPicPr>
          <p:cNvPr id="11" name="図 10">
            <a:extLst>
              <a:ext uri="{FF2B5EF4-FFF2-40B4-BE49-F238E27FC236}">
                <a16:creationId xmlns:a16="http://schemas.microsoft.com/office/drawing/2014/main" id="{E04B0BCC-12B7-4E53-A05B-B703B1B789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9296" y="1823838"/>
            <a:ext cx="5473645" cy="1839280"/>
          </a:xfrm>
          <a:prstGeom prst="rect">
            <a:avLst/>
          </a:prstGeom>
        </p:spPr>
      </p:pic>
      <p:sp>
        <p:nvSpPr>
          <p:cNvPr id="7" name="TextBox 6">
            <a:extLst>
              <a:ext uri="{FF2B5EF4-FFF2-40B4-BE49-F238E27FC236}">
                <a16:creationId xmlns:a16="http://schemas.microsoft.com/office/drawing/2014/main" id="{32F7A7DF-79E3-F73A-7431-51BA4C213209}"/>
              </a:ext>
            </a:extLst>
          </p:cNvPr>
          <p:cNvSpPr txBox="1"/>
          <p:nvPr/>
        </p:nvSpPr>
        <p:spPr>
          <a:xfrm>
            <a:off x="6091205" y="1457188"/>
            <a:ext cx="566044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a:solidFill>
                  <a:schemeClr val="bg1"/>
                </a:solidFill>
                <a:ea typeface="游ゴシック"/>
              </a:rPr>
              <a:t>&lt;</a:t>
            </a:r>
            <a:r>
              <a:rPr lang="ja-JP" altLang="en-US">
                <a:solidFill>
                  <a:srgbClr val="0070C0"/>
                </a:solidFill>
                <a:ea typeface="游ゴシック"/>
              </a:rPr>
              <a:t>Before</a:t>
            </a:r>
            <a:r>
              <a:rPr lang="ja-JP" altLang="en-US">
                <a:solidFill>
                  <a:schemeClr val="bg1"/>
                </a:solidFill>
                <a:ea typeface="游ゴシック"/>
              </a:rPr>
              <a:t>&gt; Player.cpp</a:t>
            </a:r>
            <a:endParaRPr lang="ja-JP">
              <a:solidFill>
                <a:schemeClr val="bg1"/>
              </a:solidFill>
              <a:ea typeface="游ゴシック"/>
            </a:endParaRPr>
          </a:p>
        </p:txBody>
      </p:sp>
      <p:sp>
        <p:nvSpPr>
          <p:cNvPr id="8" name="TextBox 7">
            <a:extLst>
              <a:ext uri="{FF2B5EF4-FFF2-40B4-BE49-F238E27FC236}">
                <a16:creationId xmlns:a16="http://schemas.microsoft.com/office/drawing/2014/main" id="{DF6C8FBB-0BB7-41C0-9D72-2B7DE8493FF6}"/>
              </a:ext>
            </a:extLst>
          </p:cNvPr>
          <p:cNvSpPr txBox="1"/>
          <p:nvPr/>
        </p:nvSpPr>
        <p:spPr>
          <a:xfrm>
            <a:off x="6091204" y="3843829"/>
            <a:ext cx="566044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a:solidFill>
                  <a:schemeClr val="bg1"/>
                </a:solidFill>
                <a:ea typeface="游ゴシック"/>
              </a:rPr>
              <a:t>&lt;</a:t>
            </a:r>
            <a:r>
              <a:rPr lang="ja-JP" altLang="en-US">
                <a:solidFill>
                  <a:srgbClr val="FF0000"/>
                </a:solidFill>
                <a:ea typeface="游ゴシック"/>
              </a:rPr>
              <a:t>After</a:t>
            </a:r>
            <a:r>
              <a:rPr lang="ja-JP" altLang="en-US">
                <a:solidFill>
                  <a:schemeClr val="bg1"/>
                </a:solidFill>
                <a:ea typeface="游ゴシック"/>
              </a:rPr>
              <a:t>&gt; Character.cpp と Player.cpp</a:t>
            </a:r>
            <a:endParaRPr lang="ja-JP">
              <a:solidFill>
                <a:schemeClr val="bg1"/>
              </a:solidFill>
              <a:ea typeface="游ゴシック"/>
            </a:endParaRPr>
          </a:p>
        </p:txBody>
      </p:sp>
      <p:pic>
        <p:nvPicPr>
          <p:cNvPr id="5" name="図 4">
            <a:extLst>
              <a:ext uri="{FF2B5EF4-FFF2-40B4-BE49-F238E27FC236}">
                <a16:creationId xmlns:a16="http://schemas.microsoft.com/office/drawing/2014/main" id="{D6E0DDE7-BD9F-45D8-9842-A1C008DF70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1204" y="4515283"/>
            <a:ext cx="2707126" cy="1405911"/>
          </a:xfrm>
          <a:prstGeom prst="rect">
            <a:avLst/>
          </a:prstGeom>
        </p:spPr>
      </p:pic>
      <p:pic>
        <p:nvPicPr>
          <p:cNvPr id="13" name="図 12">
            <a:extLst>
              <a:ext uri="{FF2B5EF4-FFF2-40B4-BE49-F238E27FC236}">
                <a16:creationId xmlns:a16="http://schemas.microsoft.com/office/drawing/2014/main" id="{A430A69F-2A41-488A-8F11-3A4733171B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18752" y="4515794"/>
            <a:ext cx="2662609" cy="428685"/>
          </a:xfrm>
          <a:prstGeom prst="rect">
            <a:avLst/>
          </a:prstGeom>
        </p:spPr>
      </p:pic>
      <p:pic>
        <p:nvPicPr>
          <p:cNvPr id="15" name="図 14">
            <a:extLst>
              <a:ext uri="{FF2B5EF4-FFF2-40B4-BE49-F238E27FC236}">
                <a16:creationId xmlns:a16="http://schemas.microsoft.com/office/drawing/2014/main" id="{E8156A07-5115-40CB-AA61-1342289BFA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18752" y="5247113"/>
            <a:ext cx="2632901" cy="497713"/>
          </a:xfrm>
          <a:prstGeom prst="rect">
            <a:avLst/>
          </a:prstGeom>
        </p:spPr>
      </p:pic>
    </p:spTree>
    <p:extLst>
      <p:ext uri="{BB962C8B-B14F-4D97-AF65-F5344CB8AC3E}">
        <p14:creationId xmlns:p14="http://schemas.microsoft.com/office/powerpoint/2010/main" val="2352901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8">
            <a:extLst>
              <a:ext uri="{FF2B5EF4-FFF2-40B4-BE49-F238E27FC236}">
                <a16:creationId xmlns:a16="http://schemas.microsoft.com/office/drawing/2014/main" id="{97BBC640-A06E-E007-9B08-853C8E2929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Title 1">
            <a:extLst>
              <a:ext uri="{FF2B5EF4-FFF2-40B4-BE49-F238E27FC236}">
                <a16:creationId xmlns:a16="http://schemas.microsoft.com/office/drawing/2014/main" id="{5158EFB3-9A7E-49FD-025F-4C3288F22738}"/>
              </a:ext>
            </a:extLst>
          </p:cNvPr>
          <p:cNvSpPr>
            <a:spLocks noGrp="1"/>
          </p:cNvSpPr>
          <p:nvPr>
            <p:ph type="ctrTitle"/>
          </p:nvPr>
        </p:nvSpPr>
        <p:spPr>
          <a:xfrm>
            <a:off x="330680" y="863571"/>
            <a:ext cx="11530640" cy="849224"/>
          </a:xfrm>
        </p:spPr>
        <p:txBody>
          <a:bodyPr vert="horz" lIns="91440" tIns="45720" rIns="91440" bIns="45720" rtlCol="0" anchor="b">
            <a:noAutofit/>
          </a:bodyPr>
          <a:lstStyle/>
          <a:p>
            <a:pPr algn="l"/>
            <a:r>
              <a:rPr lang="en-US" sz="4800" dirty="0">
                <a:solidFill>
                  <a:schemeClr val="bg1"/>
                </a:solidFill>
                <a:ea typeface="游ゴシック Light"/>
              </a:rPr>
              <a:t>【</a:t>
            </a:r>
            <a:r>
              <a:rPr lang="ja-JP" altLang="en-US" sz="4800">
                <a:solidFill>
                  <a:schemeClr val="bg1"/>
                </a:solidFill>
                <a:ea typeface="游ゴシック Light"/>
              </a:rPr>
              <a:t>アピール：</a:t>
            </a:r>
            <a:r>
              <a:rPr lang="en-US" altLang="ja-JP" sz="4800" dirty="0">
                <a:solidFill>
                  <a:schemeClr val="bg1"/>
                </a:solidFill>
                <a:ea typeface="+mj-lt"/>
                <a:cs typeface="+mj-lt"/>
              </a:rPr>
              <a:t>CPU</a:t>
            </a:r>
            <a:r>
              <a:rPr lang="ja-JP" altLang="en-US" sz="4800">
                <a:solidFill>
                  <a:schemeClr val="bg1"/>
                </a:solidFill>
                <a:ea typeface="+mj-lt"/>
                <a:cs typeface="+mj-lt"/>
              </a:rPr>
              <a:t>の思考</a:t>
            </a:r>
            <a:r>
              <a:rPr lang="en-US" altLang="ja-JP" sz="4800" dirty="0">
                <a:solidFill>
                  <a:schemeClr val="bg1"/>
                </a:solidFill>
                <a:ea typeface="+mj-lt"/>
                <a:cs typeface="+mj-lt"/>
              </a:rPr>
              <a:t>AI</a:t>
            </a:r>
            <a:r>
              <a:rPr lang="ja-JP" altLang="en-US" sz="4800">
                <a:solidFill>
                  <a:schemeClr val="bg1"/>
                </a:solidFill>
                <a:ea typeface="+mj-lt"/>
                <a:cs typeface="+mj-lt"/>
              </a:rPr>
              <a:t>と行動制御</a:t>
            </a:r>
            <a:r>
              <a:rPr lang="en-US" sz="4800" dirty="0">
                <a:solidFill>
                  <a:schemeClr val="bg1"/>
                </a:solidFill>
                <a:ea typeface="游ゴシック Light"/>
              </a:rPr>
              <a:t>】</a:t>
            </a:r>
            <a:endParaRPr lang="en-US"/>
          </a:p>
        </p:txBody>
      </p:sp>
      <p:sp>
        <p:nvSpPr>
          <p:cNvPr id="3" name="Subtitle 2">
            <a:extLst>
              <a:ext uri="{FF2B5EF4-FFF2-40B4-BE49-F238E27FC236}">
                <a16:creationId xmlns:a16="http://schemas.microsoft.com/office/drawing/2014/main" id="{784D736B-89AF-ED44-FF58-AC1E2C735A78}"/>
              </a:ext>
            </a:extLst>
          </p:cNvPr>
          <p:cNvSpPr>
            <a:spLocks noGrp="1"/>
          </p:cNvSpPr>
          <p:nvPr>
            <p:ph type="subTitle" idx="1"/>
          </p:nvPr>
        </p:nvSpPr>
        <p:spPr>
          <a:xfrm>
            <a:off x="330680" y="1718604"/>
            <a:ext cx="7332453" cy="4790025"/>
          </a:xfrm>
        </p:spPr>
        <p:txBody>
          <a:bodyPr vert="horz" lIns="91440" tIns="45720" rIns="91440" bIns="45720" rtlCol="0" anchor="t">
            <a:normAutofit/>
          </a:bodyPr>
          <a:lstStyle/>
          <a:p>
            <a:pPr algn="l"/>
            <a:r>
              <a:rPr lang="en-US" sz="2000" dirty="0">
                <a:solidFill>
                  <a:schemeClr val="bg1"/>
                </a:solidFill>
                <a:latin typeface="Consolas"/>
              </a:rPr>
              <a:t>「CPU.cpp</a:t>
            </a:r>
            <a:r>
              <a:rPr lang="ja-JP" altLang="en-US" sz="2000" dirty="0">
                <a:solidFill>
                  <a:schemeClr val="bg1"/>
                </a:solidFill>
                <a:latin typeface="Consolas"/>
                <a:ea typeface="+mn-lt"/>
                <a:cs typeface="+mn-lt"/>
              </a:rPr>
              <a:t>」</a:t>
            </a:r>
            <a:r>
              <a:rPr lang="ja-JP" altLang="en-US" sz="2000" dirty="0">
                <a:solidFill>
                  <a:schemeClr val="bg1"/>
                </a:solidFill>
                <a:ea typeface="+mn-lt"/>
                <a:cs typeface="+mn-lt"/>
              </a:rPr>
              <a:t>では、プレイヤーキャラクターとは別に動作する</a:t>
            </a:r>
            <a:r>
              <a:rPr lang="en-US" sz="2000" dirty="0">
                <a:solidFill>
                  <a:schemeClr val="bg1"/>
                </a:solidFill>
                <a:ea typeface="+mn-lt"/>
                <a:cs typeface="+mn-lt"/>
              </a:rPr>
              <a:t>CPU</a:t>
            </a:r>
            <a:r>
              <a:rPr lang="ja-JP" altLang="en-US" sz="2000" dirty="0">
                <a:solidFill>
                  <a:schemeClr val="bg1"/>
                </a:solidFill>
                <a:ea typeface="+mn-lt"/>
                <a:cs typeface="+mn-lt"/>
              </a:rPr>
              <a:t>（敵キャラ）</a:t>
            </a:r>
            <a:r>
              <a:rPr lang="en-US" sz="2000" dirty="0">
                <a:solidFill>
                  <a:schemeClr val="bg1"/>
                </a:solidFill>
                <a:ea typeface="+mn-lt"/>
                <a:cs typeface="+mn-lt"/>
              </a:rPr>
              <a:t>AI</a:t>
            </a:r>
            <a:r>
              <a:rPr lang="ja-JP" altLang="en-US" sz="2000" dirty="0">
                <a:solidFill>
                  <a:schemeClr val="bg1"/>
                </a:solidFill>
                <a:ea typeface="+mn-lt"/>
                <a:cs typeface="+mn-lt"/>
              </a:rPr>
              <a:t>を実装しました</a:t>
            </a:r>
            <a:r>
              <a:rPr lang="en-US" sz="2000" dirty="0">
                <a:solidFill>
                  <a:schemeClr val="bg1"/>
                </a:solidFill>
                <a:ea typeface="+mn-lt"/>
                <a:cs typeface="+mn-lt"/>
              </a:rPr>
              <a:t>。</a:t>
            </a:r>
          </a:p>
          <a:p>
            <a:pPr algn="l"/>
            <a:r>
              <a:rPr lang="en-US" dirty="0">
                <a:solidFill>
                  <a:schemeClr val="bg1"/>
                </a:solidFill>
                <a:ea typeface="+mn-lt"/>
                <a:cs typeface="+mn-lt"/>
              </a:rPr>
              <a:t>CPU</a:t>
            </a:r>
            <a:r>
              <a:rPr lang="ja-JP" altLang="en-US" dirty="0">
                <a:solidFill>
                  <a:schemeClr val="bg1"/>
                </a:solidFill>
                <a:ea typeface="+mn-lt"/>
                <a:cs typeface="+mn-lt"/>
              </a:rPr>
              <a:t>の行動までの流れは、</a:t>
            </a:r>
            <a:endParaRPr lang="en-US" dirty="0">
              <a:solidFill>
                <a:schemeClr val="bg1"/>
              </a:solidFill>
              <a:ea typeface="+mn-lt"/>
              <a:cs typeface="+mn-lt"/>
            </a:endParaRPr>
          </a:p>
          <a:p>
            <a:pPr algn="l"/>
            <a:r>
              <a:rPr lang="en-US" sz="1800" dirty="0">
                <a:solidFill>
                  <a:schemeClr val="bg1"/>
                </a:solidFill>
                <a:ea typeface="+mn-lt"/>
                <a:cs typeface="+mn-lt"/>
              </a:rPr>
              <a:t> </a:t>
            </a:r>
            <a:r>
              <a:rPr lang="en-US" sz="2000" dirty="0">
                <a:solidFill>
                  <a:schemeClr val="bg1"/>
                </a:solidFill>
                <a:ea typeface="+mn-lt"/>
                <a:cs typeface="+mn-lt"/>
              </a:rPr>
              <a:t>1) </a:t>
            </a:r>
            <a:r>
              <a:rPr lang="en-US" sz="2000" dirty="0" err="1">
                <a:solidFill>
                  <a:schemeClr val="bg1"/>
                </a:solidFill>
                <a:ea typeface="+mn-lt"/>
                <a:cs typeface="+mn-lt"/>
              </a:rPr>
              <a:t>UpdateWAITCombat</a:t>
            </a:r>
            <a:r>
              <a:rPr lang="en-US" sz="2000" dirty="0">
                <a:solidFill>
                  <a:schemeClr val="bg1"/>
                </a:solidFill>
                <a:ea typeface="+mn-lt"/>
                <a:cs typeface="+mn-lt"/>
              </a:rPr>
              <a:t>()</a:t>
            </a:r>
          </a:p>
          <a:p>
            <a:pPr algn="l"/>
            <a:r>
              <a:rPr lang="en-US" sz="1800" dirty="0">
                <a:solidFill>
                  <a:schemeClr val="bg1"/>
                </a:solidFill>
                <a:ea typeface="游ゴシック" panose="020F0502020204030204"/>
              </a:rPr>
              <a:t>   ➣</a:t>
            </a:r>
            <a:r>
              <a:rPr lang="en-US" sz="1800" dirty="0">
                <a:solidFill>
                  <a:schemeClr val="bg1"/>
                </a:solidFill>
                <a:ea typeface="+mn-lt"/>
                <a:cs typeface="+mn-lt"/>
              </a:rPr>
              <a:t> AI</a:t>
            </a:r>
            <a:r>
              <a:rPr lang="ja-JP" altLang="en-US" sz="1800" dirty="0">
                <a:solidFill>
                  <a:schemeClr val="bg1"/>
                </a:solidFill>
                <a:ea typeface="+mn-lt"/>
                <a:cs typeface="+mn-lt"/>
              </a:rPr>
              <a:t>の思考フェーズ</a:t>
            </a:r>
            <a:endParaRPr lang="en-US" sz="1800" dirty="0">
              <a:solidFill>
                <a:schemeClr val="bg1"/>
              </a:solidFill>
              <a:ea typeface="游ゴシック" panose="020F0502020204030204"/>
            </a:endParaRPr>
          </a:p>
          <a:p>
            <a:pPr algn="l"/>
            <a:r>
              <a:rPr lang="en-US" sz="1800" dirty="0">
                <a:solidFill>
                  <a:schemeClr val="bg1"/>
                </a:solidFill>
                <a:ea typeface="游ゴシック" panose="020F0502020204030204"/>
              </a:rPr>
              <a:t> </a:t>
            </a:r>
            <a:r>
              <a:rPr lang="en-US" sz="2000" dirty="0">
                <a:solidFill>
                  <a:schemeClr val="bg1"/>
                </a:solidFill>
                <a:ea typeface="游ゴシック" panose="020F0502020204030204"/>
              </a:rPr>
              <a:t>2) </a:t>
            </a:r>
            <a:r>
              <a:rPr lang="en-US" sz="2000" dirty="0" err="1">
                <a:solidFill>
                  <a:schemeClr val="bg1"/>
                </a:solidFill>
                <a:ea typeface="+mn-lt"/>
                <a:cs typeface="+mn-lt"/>
              </a:rPr>
              <a:t>UpdateDice</a:t>
            </a:r>
            <a:r>
              <a:rPr lang="en-US" sz="2000" dirty="0">
                <a:solidFill>
                  <a:schemeClr val="bg1"/>
                </a:solidFill>
                <a:ea typeface="+mn-lt"/>
                <a:cs typeface="+mn-lt"/>
              </a:rPr>
              <a:t>()</a:t>
            </a:r>
          </a:p>
          <a:p>
            <a:pPr algn="l"/>
            <a:r>
              <a:rPr lang="en-US" sz="1800" dirty="0">
                <a:solidFill>
                  <a:schemeClr val="bg1"/>
                </a:solidFill>
                <a:ea typeface="游ゴシック" panose="020F0502020204030204"/>
              </a:rPr>
              <a:t>   ➣</a:t>
            </a:r>
            <a:r>
              <a:rPr lang="en-US" altLang="ja-JP" sz="1800" dirty="0">
                <a:solidFill>
                  <a:schemeClr val="bg1"/>
                </a:solidFill>
                <a:ea typeface="+mn-lt"/>
                <a:cs typeface="+mn-lt"/>
              </a:rPr>
              <a:t> </a:t>
            </a:r>
            <a:r>
              <a:rPr lang="ja-JP" altLang="en-US" sz="1800" dirty="0">
                <a:solidFill>
                  <a:schemeClr val="bg1"/>
                </a:solidFill>
                <a:ea typeface="+mn-lt"/>
                <a:cs typeface="+mn-lt"/>
              </a:rPr>
              <a:t>行動確率テーブルを参照するための乱数</a:t>
            </a:r>
            <a:endParaRPr lang="en-US" sz="1800" dirty="0">
              <a:solidFill>
                <a:schemeClr val="bg1"/>
              </a:solidFill>
              <a:ea typeface="游ゴシック" panose="020F0502020204030204"/>
            </a:endParaRPr>
          </a:p>
          <a:p>
            <a:pPr algn="l"/>
            <a:r>
              <a:rPr lang="en-US" sz="1800" dirty="0">
                <a:solidFill>
                  <a:schemeClr val="bg1"/>
                </a:solidFill>
                <a:ea typeface="游ゴシック" panose="020F0502020204030204"/>
              </a:rPr>
              <a:t> </a:t>
            </a:r>
            <a:r>
              <a:rPr lang="en-US" sz="2000" dirty="0">
                <a:solidFill>
                  <a:schemeClr val="bg1"/>
                </a:solidFill>
                <a:ea typeface="游ゴシック" panose="020F0502020204030204"/>
              </a:rPr>
              <a:t>3) </a:t>
            </a:r>
            <a:r>
              <a:rPr lang="ja-JP" altLang="en-US" sz="2000" dirty="0">
                <a:solidFill>
                  <a:schemeClr val="bg1"/>
                </a:solidFill>
                <a:ea typeface="+mn-lt"/>
                <a:cs typeface="+mn-lt"/>
              </a:rPr>
              <a:t>戦闘距離別の処理</a:t>
            </a:r>
          </a:p>
          <a:p>
            <a:pPr algn="l"/>
            <a:r>
              <a:rPr lang="ja-JP" altLang="en-US" sz="1800" dirty="0">
                <a:solidFill>
                  <a:schemeClr val="bg1"/>
                </a:solidFill>
                <a:ea typeface="游ゴシック" panose="020F0502020204030204"/>
              </a:rPr>
              <a:t>   ➣ </a:t>
            </a:r>
            <a:r>
              <a:rPr lang="ja-JP" sz="1800" dirty="0">
                <a:solidFill>
                  <a:schemeClr val="bg1"/>
                </a:solidFill>
                <a:ea typeface="+mn-lt"/>
                <a:cs typeface="+mn-lt"/>
              </a:rPr>
              <a:t>行動を分岐。</a:t>
            </a:r>
            <a:r>
              <a:rPr lang="ja-JP" altLang="en-US" sz="1800" dirty="0">
                <a:solidFill>
                  <a:schemeClr val="bg1"/>
                </a:solidFill>
                <a:ea typeface="+mn-lt"/>
                <a:cs typeface="+mn-lt"/>
              </a:rPr>
              <a:t>さらに細かく分岐</a:t>
            </a:r>
          </a:p>
          <a:p>
            <a:pPr marL="1200150" lvl="2" indent="-285750" algn="l">
              <a:buFont typeface="Wingdings" panose="020B0604020202020204" pitchFamily="34" charset="0"/>
              <a:buChar char="§"/>
            </a:pPr>
            <a:r>
              <a:rPr lang="ja-JP" altLang="en-US" sz="1600" dirty="0">
                <a:solidFill>
                  <a:schemeClr val="bg1"/>
                </a:solidFill>
                <a:ea typeface="游ゴシック" panose="020F0502020204030204"/>
              </a:rPr>
              <a:t> </a:t>
            </a:r>
            <a:r>
              <a:rPr lang="ja-JP" sz="1600" dirty="0">
                <a:solidFill>
                  <a:schemeClr val="bg1"/>
                </a:solidFill>
                <a:ea typeface="+mn-lt"/>
                <a:cs typeface="+mn-lt"/>
              </a:rPr>
              <a:t>移動なら → </a:t>
            </a:r>
            <a:r>
              <a:rPr lang="ja-JP" sz="1600" dirty="0">
                <a:solidFill>
                  <a:schemeClr val="bg1"/>
                </a:solidFill>
                <a:latin typeface="Consolas"/>
                <a:ea typeface="游ゴシック" panose="020F0502020204030204"/>
              </a:rPr>
              <a:t>UpdateMove()</a:t>
            </a:r>
            <a:endParaRPr lang="ja-JP" altLang="en-US" sz="1600" dirty="0">
              <a:solidFill>
                <a:schemeClr val="bg1"/>
              </a:solidFill>
              <a:ea typeface="游ゴシック" panose="020F0502020204030204"/>
            </a:endParaRPr>
          </a:p>
          <a:p>
            <a:pPr marL="1200150" lvl="2" indent="-285750" algn="l">
              <a:buFont typeface="Wingdings" panose="020B0604020202020204" pitchFamily="34" charset="0"/>
              <a:buChar char="§"/>
            </a:pPr>
            <a:r>
              <a:rPr lang="ja-JP" sz="1600" dirty="0">
                <a:solidFill>
                  <a:schemeClr val="bg1"/>
                </a:solidFill>
                <a:ea typeface="+mn-lt"/>
                <a:cs typeface="+mn-lt"/>
              </a:rPr>
              <a:t>攻撃なら → </a:t>
            </a:r>
            <a:r>
              <a:rPr lang="ja-JP" sz="1600" dirty="0">
                <a:solidFill>
                  <a:schemeClr val="bg1"/>
                </a:solidFill>
                <a:latin typeface="Consolas"/>
                <a:ea typeface="游ゴシック" panose="020F0502020204030204"/>
              </a:rPr>
              <a:t>UpdateAttack()</a:t>
            </a:r>
            <a:endParaRPr lang="ja-JP" sz="1600" dirty="0">
              <a:solidFill>
                <a:schemeClr val="bg1"/>
              </a:solidFill>
              <a:ea typeface="游ゴシック"/>
            </a:endParaRPr>
          </a:p>
          <a:p>
            <a:pPr marL="1200150" lvl="2" indent="-285750" algn="l">
              <a:buFont typeface="Wingdings" panose="020B0604020202020204" pitchFamily="34" charset="0"/>
              <a:buChar char="§"/>
            </a:pPr>
            <a:r>
              <a:rPr lang="ja-JP" sz="1600" dirty="0">
                <a:solidFill>
                  <a:schemeClr val="bg1"/>
                </a:solidFill>
                <a:ea typeface="+mn-lt"/>
                <a:cs typeface="+mn-lt"/>
              </a:rPr>
              <a:t>ガードなら → </a:t>
            </a:r>
            <a:r>
              <a:rPr lang="ja-JP" sz="1600" dirty="0">
                <a:solidFill>
                  <a:schemeClr val="bg1"/>
                </a:solidFill>
                <a:latin typeface="Consolas"/>
                <a:ea typeface="游ゴシック" panose="020F0502020204030204"/>
              </a:rPr>
              <a:t>UpdateGuard()</a:t>
            </a:r>
            <a:endParaRPr lang="ja-JP" sz="1600" dirty="0">
              <a:solidFill>
                <a:schemeClr val="bg1"/>
              </a:solidFill>
              <a:ea typeface="游ゴシック"/>
            </a:endParaRPr>
          </a:p>
          <a:p>
            <a:pPr algn="l"/>
            <a:endParaRPr lang="ja-JP" altLang="en-US" dirty="0">
              <a:solidFill>
                <a:schemeClr val="bg1"/>
              </a:solidFill>
              <a:ea typeface="游ゴシック" panose="020F0502020204030204"/>
            </a:endParaRPr>
          </a:p>
        </p:txBody>
      </p:sp>
      <p:sp>
        <p:nvSpPr>
          <p:cNvPr id="6" name="Rectangle 5">
            <a:extLst>
              <a:ext uri="{FF2B5EF4-FFF2-40B4-BE49-F238E27FC236}">
                <a16:creationId xmlns:a16="http://schemas.microsoft.com/office/drawing/2014/main" id="{7E94E749-9FB2-FDD5-E7B7-E642FE115D89}"/>
              </a:ext>
            </a:extLst>
          </p:cNvPr>
          <p:cNvSpPr/>
          <p:nvPr/>
        </p:nvSpPr>
        <p:spPr>
          <a:xfrm>
            <a:off x="463176" y="2779058"/>
            <a:ext cx="5528235" cy="3242235"/>
          </a:xfrm>
          <a:prstGeom prst="flowChartProcess">
            <a:avLst/>
          </a:prstGeom>
          <a:noFill/>
          <a:ln>
            <a:solidFill>
              <a:srgbClr val="FF000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7" name="図 6">
            <a:extLst>
              <a:ext uri="{FF2B5EF4-FFF2-40B4-BE49-F238E27FC236}">
                <a16:creationId xmlns:a16="http://schemas.microsoft.com/office/drawing/2014/main" id="{D8F63715-5B3D-4459-9EEC-B125BA6DFA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37807" y="2164392"/>
            <a:ext cx="2824419" cy="2235783"/>
          </a:xfrm>
          <a:prstGeom prst="rect">
            <a:avLst/>
          </a:prstGeom>
        </p:spPr>
      </p:pic>
      <p:pic>
        <p:nvPicPr>
          <p:cNvPr id="11" name="図 10">
            <a:extLst>
              <a:ext uri="{FF2B5EF4-FFF2-40B4-BE49-F238E27FC236}">
                <a16:creationId xmlns:a16="http://schemas.microsoft.com/office/drawing/2014/main" id="{15A43EEC-5534-4517-B62E-60A4A98A8B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71151" y="4573354"/>
            <a:ext cx="2032802" cy="1645601"/>
          </a:xfrm>
          <a:prstGeom prst="rect">
            <a:avLst/>
          </a:prstGeom>
        </p:spPr>
      </p:pic>
      <p:sp>
        <p:nvSpPr>
          <p:cNvPr id="13" name="吹き出し: 角を丸めた四角形 12">
            <a:extLst>
              <a:ext uri="{FF2B5EF4-FFF2-40B4-BE49-F238E27FC236}">
                <a16:creationId xmlns:a16="http://schemas.microsoft.com/office/drawing/2014/main" id="{D17D3FDC-BCF1-440B-993D-CEED4A95E9B7}"/>
              </a:ext>
            </a:extLst>
          </p:cNvPr>
          <p:cNvSpPr/>
          <p:nvPr/>
        </p:nvSpPr>
        <p:spPr>
          <a:xfrm>
            <a:off x="10157254" y="2166551"/>
            <a:ext cx="1449860" cy="849224"/>
          </a:xfrm>
          <a:prstGeom prst="wedgeRoundRectCallout">
            <a:avLst>
              <a:gd name="adj1" fmla="val -71970"/>
              <a:gd name="adj2" fmla="val -20423"/>
              <a:gd name="adj3" fmla="val 16667"/>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t>Cpu.cpp</a:t>
            </a:r>
            <a:br>
              <a:rPr lang="en-US" altLang="ja-JP" sz="1400" dirty="0"/>
            </a:br>
            <a:r>
              <a:rPr lang="en-US" altLang="ja-JP" sz="1400" dirty="0"/>
              <a:t>300</a:t>
            </a:r>
            <a:r>
              <a:rPr lang="ja-JP" altLang="en-US" sz="1400" dirty="0"/>
              <a:t>行目以降</a:t>
            </a:r>
            <a:endParaRPr kumimoji="1" lang="ja-JP" altLang="en-US" sz="1400" dirty="0"/>
          </a:p>
        </p:txBody>
      </p:sp>
      <p:sp>
        <p:nvSpPr>
          <p:cNvPr id="14" name="吹き出し: 角を丸めた四角形 13">
            <a:extLst>
              <a:ext uri="{FF2B5EF4-FFF2-40B4-BE49-F238E27FC236}">
                <a16:creationId xmlns:a16="http://schemas.microsoft.com/office/drawing/2014/main" id="{F1053082-F33B-4E3F-983E-2F72F45F7081}"/>
              </a:ext>
            </a:extLst>
          </p:cNvPr>
          <p:cNvSpPr/>
          <p:nvPr/>
        </p:nvSpPr>
        <p:spPr>
          <a:xfrm>
            <a:off x="7663133" y="4833613"/>
            <a:ext cx="1449860" cy="849224"/>
          </a:xfrm>
          <a:prstGeom prst="wedgeRoundRectCallout">
            <a:avLst>
              <a:gd name="adj1" fmla="val 67803"/>
              <a:gd name="adj2" fmla="val -20423"/>
              <a:gd name="adj3" fmla="val 16667"/>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t>Player</a:t>
            </a:r>
            <a:r>
              <a:rPr kumimoji="1" lang="ja-JP" altLang="en-US" sz="1100" dirty="0"/>
              <a:t>との距離でパターンの調整</a:t>
            </a:r>
          </a:p>
        </p:txBody>
      </p:sp>
    </p:spTree>
    <p:extLst>
      <p:ext uri="{BB962C8B-B14F-4D97-AF65-F5344CB8AC3E}">
        <p14:creationId xmlns:p14="http://schemas.microsoft.com/office/powerpoint/2010/main" val="2264894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A3DBA-DA8E-136B-0008-8556C7D6FDE0}"/>
            </a:ext>
          </a:extLst>
        </p:cNvPr>
        <p:cNvGrpSpPr/>
        <p:nvPr/>
      </p:nvGrpSpPr>
      <p:grpSpPr>
        <a:xfrm>
          <a:off x="0" y="0"/>
          <a:ext cx="0" cy="0"/>
          <a:chOff x="0" y="0"/>
          <a:chExt cx="0" cy="0"/>
        </a:xfrm>
      </p:grpSpPr>
      <p:pic>
        <p:nvPicPr>
          <p:cNvPr id="9" name="図 8">
            <a:extLst>
              <a:ext uri="{FF2B5EF4-FFF2-40B4-BE49-F238E27FC236}">
                <a16:creationId xmlns:a16="http://schemas.microsoft.com/office/drawing/2014/main" id="{1C117327-97DC-1058-7503-72025617BD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タイトル 1">
            <a:extLst>
              <a:ext uri="{FF2B5EF4-FFF2-40B4-BE49-F238E27FC236}">
                <a16:creationId xmlns:a16="http://schemas.microsoft.com/office/drawing/2014/main" id="{F948EF0F-BA2E-3D9C-EFE5-F404BE762142}"/>
              </a:ext>
            </a:extLst>
          </p:cNvPr>
          <p:cNvSpPr>
            <a:spLocks noGrp="1"/>
          </p:cNvSpPr>
          <p:nvPr>
            <p:ph type="ctrTitle"/>
          </p:nvPr>
        </p:nvSpPr>
        <p:spPr>
          <a:xfrm>
            <a:off x="326966" y="3423890"/>
            <a:ext cx="5830256" cy="822815"/>
          </a:xfrm>
        </p:spPr>
        <p:txBody>
          <a:bodyPr>
            <a:normAutofit/>
          </a:bodyPr>
          <a:lstStyle/>
          <a:p>
            <a:pPr algn="l"/>
            <a:r>
              <a:rPr lang="en-US" altLang="ja-JP" sz="3200" dirty="0">
                <a:solidFill>
                  <a:schemeClr val="bg1"/>
                </a:solidFill>
                <a:ea typeface="游ゴシック Light"/>
              </a:rPr>
              <a:t>【</a:t>
            </a:r>
            <a:r>
              <a:rPr lang="en-US" altLang="ja-JP" sz="3200" dirty="0" err="1">
                <a:solidFill>
                  <a:schemeClr val="bg1"/>
                </a:solidFill>
                <a:ea typeface="游ゴシック Light"/>
              </a:rPr>
              <a:t>苦労した点</a:t>
            </a:r>
            <a:r>
              <a:rPr lang="en-US" altLang="ja-JP" sz="3200" dirty="0">
                <a:solidFill>
                  <a:schemeClr val="bg1"/>
                </a:solidFill>
                <a:ea typeface="游ゴシック Light"/>
              </a:rPr>
              <a:t>】</a:t>
            </a:r>
            <a:endParaRPr lang="ja-JP" altLang="en-US" sz="3200" dirty="0">
              <a:solidFill>
                <a:schemeClr val="bg1"/>
              </a:solidFill>
              <a:ea typeface="游ゴシック Light"/>
            </a:endParaRPr>
          </a:p>
        </p:txBody>
      </p:sp>
      <p:sp>
        <p:nvSpPr>
          <p:cNvPr id="5" name="タイトル 1">
            <a:extLst>
              <a:ext uri="{FF2B5EF4-FFF2-40B4-BE49-F238E27FC236}">
                <a16:creationId xmlns:a16="http://schemas.microsoft.com/office/drawing/2014/main" id="{C81615F2-4AF8-7291-742E-66BBC61C795C}"/>
              </a:ext>
            </a:extLst>
          </p:cNvPr>
          <p:cNvSpPr txBox="1">
            <a:spLocks/>
          </p:cNvSpPr>
          <p:nvPr/>
        </p:nvSpPr>
        <p:spPr>
          <a:xfrm>
            <a:off x="6100913" y="3418139"/>
            <a:ext cx="5830256" cy="82281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en-US" altLang="ja-JP" sz="3200" dirty="0">
                <a:solidFill>
                  <a:schemeClr val="bg1"/>
                </a:solidFill>
                <a:ea typeface="游ゴシック Light"/>
              </a:rPr>
              <a:t>【</a:t>
            </a:r>
            <a:r>
              <a:rPr lang="en-US" altLang="ja-JP" sz="3200" dirty="0" err="1">
                <a:solidFill>
                  <a:schemeClr val="bg1"/>
                </a:solidFill>
                <a:ea typeface="游ゴシック Light"/>
              </a:rPr>
              <a:t>改善した点</a:t>
            </a:r>
            <a:r>
              <a:rPr lang="en-US" altLang="ja-JP" sz="3200" dirty="0">
                <a:solidFill>
                  <a:schemeClr val="bg1"/>
                </a:solidFill>
                <a:ea typeface="游ゴシック Light"/>
              </a:rPr>
              <a:t>】</a:t>
            </a:r>
            <a:endParaRPr lang="ja-JP" altLang="en-US" sz="3200" dirty="0">
              <a:solidFill>
                <a:schemeClr val="bg1"/>
              </a:solidFill>
              <a:ea typeface="游ゴシック Light"/>
            </a:endParaRPr>
          </a:p>
        </p:txBody>
      </p:sp>
      <p:sp>
        <p:nvSpPr>
          <p:cNvPr id="13" name="タイトル 1">
            <a:extLst>
              <a:ext uri="{FF2B5EF4-FFF2-40B4-BE49-F238E27FC236}">
                <a16:creationId xmlns:a16="http://schemas.microsoft.com/office/drawing/2014/main" id="{B3CD38FD-099C-08F0-F076-5A4E6FC871C4}"/>
              </a:ext>
            </a:extLst>
          </p:cNvPr>
          <p:cNvSpPr txBox="1">
            <a:spLocks/>
          </p:cNvSpPr>
          <p:nvPr/>
        </p:nvSpPr>
        <p:spPr>
          <a:xfrm>
            <a:off x="321215" y="4237648"/>
            <a:ext cx="4835671" cy="2274928"/>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marL="285750" indent="-285750" algn="l">
              <a:buFont typeface="Arial"/>
              <a:buChar char="•"/>
            </a:pPr>
            <a:endParaRPr lang="en-US" sz="1800" dirty="0">
              <a:solidFill>
                <a:schemeClr val="bg1"/>
              </a:solidFill>
              <a:ea typeface="+mj-lt"/>
              <a:cs typeface="+mj-lt"/>
            </a:endParaRPr>
          </a:p>
          <a:p>
            <a:pPr marL="285750" indent="-285750" algn="l">
              <a:buFont typeface="Arial"/>
              <a:buChar char="•"/>
            </a:pPr>
            <a:r>
              <a:rPr lang="ja-JP" altLang="en-US" sz="1600" dirty="0">
                <a:solidFill>
                  <a:schemeClr val="bg1"/>
                </a:solidFill>
              </a:rPr>
              <a:t>ダメージ判定が</a:t>
            </a:r>
            <a:r>
              <a:rPr lang="ja-JP" altLang="en-US" sz="1600" b="1" dirty="0">
                <a:solidFill>
                  <a:schemeClr val="bg1"/>
                </a:solidFill>
              </a:rPr>
              <a:t>複数回重複して処理される</a:t>
            </a:r>
            <a:r>
              <a:rPr lang="ja-JP" altLang="en-US" sz="1600" dirty="0">
                <a:solidFill>
                  <a:schemeClr val="bg1"/>
                </a:solidFill>
              </a:rPr>
              <a:t>ことがあり、</a:t>
            </a:r>
            <a:r>
              <a:rPr lang="en-US" altLang="ja-JP" sz="1600" dirty="0">
                <a:solidFill>
                  <a:schemeClr val="bg1"/>
                </a:solidFill>
              </a:rPr>
              <a:t>1</a:t>
            </a:r>
            <a:r>
              <a:rPr lang="ja-JP" altLang="en-US" sz="1600" dirty="0">
                <a:solidFill>
                  <a:schemeClr val="bg1"/>
                </a:solidFill>
              </a:rPr>
              <a:t>発の攻撃で</a:t>
            </a:r>
            <a:r>
              <a:rPr lang="en-US" altLang="ja-JP" sz="1600" dirty="0">
                <a:solidFill>
                  <a:schemeClr val="bg1"/>
                </a:solidFill>
              </a:rPr>
              <a:t>HP</a:t>
            </a:r>
            <a:r>
              <a:rPr lang="ja-JP" altLang="en-US" sz="1600" dirty="0">
                <a:solidFill>
                  <a:schemeClr val="bg1"/>
                </a:solidFill>
              </a:rPr>
              <a:t>が一気に</a:t>
            </a:r>
            <a:r>
              <a:rPr lang="en-US" altLang="ja-JP" sz="1600" dirty="0">
                <a:solidFill>
                  <a:schemeClr val="bg1"/>
                </a:solidFill>
              </a:rPr>
              <a:t>0</a:t>
            </a:r>
            <a:r>
              <a:rPr lang="ja-JP" altLang="en-US" sz="1600" dirty="0">
                <a:solidFill>
                  <a:schemeClr val="bg1"/>
                </a:solidFill>
              </a:rPr>
              <a:t>になる問題が発生した。</a:t>
            </a:r>
            <a:endParaRPr lang="en-US" altLang="ja-JP" sz="1600" dirty="0">
              <a:solidFill>
                <a:schemeClr val="bg1"/>
              </a:solidFill>
            </a:endParaRPr>
          </a:p>
          <a:p>
            <a:pPr marL="285750" indent="-285750" algn="l">
              <a:buFont typeface="Arial"/>
              <a:buChar char="•"/>
            </a:pPr>
            <a:endParaRPr lang="en-US" sz="1600" dirty="0">
              <a:solidFill>
                <a:schemeClr val="bg1"/>
              </a:solidFill>
              <a:ea typeface="+mj-lt"/>
              <a:cs typeface="+mj-lt"/>
            </a:endParaRPr>
          </a:p>
          <a:p>
            <a:pPr marL="285750" indent="-285750" algn="l">
              <a:buFont typeface="Arial"/>
              <a:buChar char="•"/>
            </a:pPr>
            <a:r>
              <a:rPr lang="ja-JP" altLang="en-US" sz="1600" dirty="0">
                <a:solidFill>
                  <a:schemeClr val="bg1"/>
                </a:solidFill>
              </a:rPr>
              <a:t>複数の乱数を同時に生成していたため、</a:t>
            </a:r>
            <a:r>
              <a:rPr lang="ja-JP" altLang="en-US" sz="1600" b="1" dirty="0">
                <a:solidFill>
                  <a:schemeClr val="bg1"/>
                </a:solidFill>
              </a:rPr>
              <a:t>複数の行動が重なって実行されるバグ</a:t>
            </a:r>
            <a:r>
              <a:rPr lang="ja-JP" altLang="en-US" sz="1600" dirty="0">
                <a:solidFill>
                  <a:schemeClr val="bg1"/>
                </a:solidFill>
              </a:rPr>
              <a:t>が起き、</a:t>
            </a:r>
            <a:r>
              <a:rPr lang="en-US" altLang="ja-JP" sz="1600" dirty="0">
                <a:solidFill>
                  <a:schemeClr val="bg1"/>
                </a:solidFill>
              </a:rPr>
              <a:t>CPU</a:t>
            </a:r>
            <a:r>
              <a:rPr lang="ja-JP" altLang="en-US" sz="1600" dirty="0">
                <a:solidFill>
                  <a:schemeClr val="bg1"/>
                </a:solidFill>
              </a:rPr>
              <a:t>が不自然に暴走したり、アニメーションが途切れることがあった。</a:t>
            </a:r>
            <a:endParaRPr lang="en-US" altLang="ja-JP" sz="1600" dirty="0">
              <a:solidFill>
                <a:schemeClr val="bg1"/>
              </a:solidFill>
              <a:ea typeface="游ゴシック Light"/>
            </a:endParaRPr>
          </a:p>
        </p:txBody>
      </p:sp>
      <p:sp>
        <p:nvSpPr>
          <p:cNvPr id="14" name="タイトル 1">
            <a:extLst>
              <a:ext uri="{FF2B5EF4-FFF2-40B4-BE49-F238E27FC236}">
                <a16:creationId xmlns:a16="http://schemas.microsoft.com/office/drawing/2014/main" id="{06490069-1184-9722-1270-93E42FF63D5C}"/>
              </a:ext>
            </a:extLst>
          </p:cNvPr>
          <p:cNvSpPr txBox="1">
            <a:spLocks/>
          </p:cNvSpPr>
          <p:nvPr/>
        </p:nvSpPr>
        <p:spPr>
          <a:xfrm>
            <a:off x="6359230" y="4258342"/>
            <a:ext cx="5448139" cy="1965444"/>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marL="285750" indent="-285750" algn="l">
              <a:buFont typeface="Arial"/>
              <a:buChar char="•"/>
            </a:pPr>
            <a:endParaRPr lang="en-US" sz="1200" dirty="0">
              <a:solidFill>
                <a:schemeClr val="bg1"/>
              </a:solidFill>
              <a:ea typeface="+mj-lt"/>
              <a:cs typeface="+mj-lt"/>
            </a:endParaRPr>
          </a:p>
          <a:p>
            <a:pPr algn="l">
              <a:buFont typeface="Arial"/>
              <a:buChar char="•"/>
            </a:pPr>
            <a:r>
              <a:rPr lang="ja-JP" altLang="en-US" sz="1400" dirty="0">
                <a:solidFill>
                  <a:schemeClr val="bg1"/>
                </a:solidFill>
                <a:ea typeface="+mj-lt"/>
                <a:cs typeface="+mj-lt"/>
              </a:rPr>
              <a:t>　</a:t>
            </a:r>
            <a:r>
              <a:rPr lang="ja-JP" altLang="en-US" sz="1400" dirty="0">
                <a:solidFill>
                  <a:schemeClr val="bg1"/>
                </a:solidFill>
              </a:rPr>
              <a:t>行動が終わったあとに</a:t>
            </a:r>
            <a:r>
              <a:rPr lang="en-US" altLang="ja-JP" sz="1400" b="1" dirty="0">
                <a:solidFill>
                  <a:schemeClr val="bg1"/>
                </a:solidFill>
              </a:rPr>
              <a:t>WAIT</a:t>
            </a:r>
            <a:r>
              <a:rPr lang="ja-JP" altLang="en-US" sz="1400" b="1" dirty="0">
                <a:solidFill>
                  <a:schemeClr val="bg1"/>
                </a:solidFill>
              </a:rPr>
              <a:t>状態</a:t>
            </a:r>
            <a:r>
              <a:rPr lang="ja-JP" altLang="en-US" sz="1400" dirty="0">
                <a:solidFill>
                  <a:schemeClr val="bg1"/>
                </a:solidFill>
              </a:rPr>
              <a:t>を設け、アニメーションが</a:t>
            </a:r>
            <a:endParaRPr lang="en-US" altLang="ja-JP" sz="1400" dirty="0">
              <a:solidFill>
                <a:schemeClr val="bg1"/>
              </a:solidFill>
            </a:endParaRPr>
          </a:p>
          <a:p>
            <a:pPr algn="l"/>
            <a:r>
              <a:rPr lang="ja-JP" altLang="en-US" sz="1400" dirty="0">
                <a:solidFill>
                  <a:schemeClr val="bg1"/>
                </a:solidFill>
              </a:rPr>
              <a:t>　 完全に終了してから次の行動に移るように変更。</a:t>
            </a:r>
            <a:br>
              <a:rPr lang="ja-JP" altLang="en-US" sz="1400" dirty="0">
                <a:solidFill>
                  <a:schemeClr val="bg1"/>
                </a:solidFill>
              </a:rPr>
            </a:br>
            <a:r>
              <a:rPr lang="ja-JP" altLang="en-US" sz="1400" dirty="0">
                <a:solidFill>
                  <a:schemeClr val="bg1"/>
                </a:solidFill>
              </a:rPr>
              <a:t>　これにより、行動が重なったり中断されることがなくなった。</a:t>
            </a:r>
            <a:endParaRPr lang="en-US" altLang="ja-JP" sz="1400" dirty="0">
              <a:solidFill>
                <a:schemeClr val="bg1"/>
              </a:solidFill>
              <a:ea typeface="+mj-lt"/>
              <a:cs typeface="+mj-lt"/>
            </a:endParaRPr>
          </a:p>
          <a:p>
            <a:pPr algn="l">
              <a:buFont typeface="Arial"/>
              <a:buChar char="•"/>
            </a:pPr>
            <a:endParaRPr lang="en-US" altLang="ja-JP" sz="1300" dirty="0">
              <a:solidFill>
                <a:schemeClr val="bg1"/>
              </a:solidFill>
              <a:ea typeface="+mj-lt"/>
              <a:cs typeface="+mj-lt"/>
            </a:endParaRPr>
          </a:p>
          <a:p>
            <a:pPr algn="l">
              <a:buFont typeface="Arial"/>
              <a:buChar char="•"/>
            </a:pPr>
            <a:r>
              <a:rPr lang="ja-JP" altLang="en-US" sz="1300" dirty="0">
                <a:solidFill>
                  <a:schemeClr val="bg1"/>
                </a:solidFill>
                <a:ea typeface="+mj-lt"/>
                <a:cs typeface="+mj-lt"/>
              </a:rPr>
              <a:t>　</a:t>
            </a:r>
            <a:r>
              <a:rPr lang="ja-JP" altLang="en-US" sz="1300" dirty="0">
                <a:solidFill>
                  <a:schemeClr val="bg1"/>
                </a:solidFill>
              </a:rPr>
              <a:t>各行動の前に</a:t>
            </a:r>
            <a:r>
              <a:rPr lang="ja-JP" altLang="en-US" sz="1300" b="1" dirty="0">
                <a:solidFill>
                  <a:schemeClr val="bg1"/>
                </a:solidFill>
              </a:rPr>
              <a:t>専用の乱数生成処理</a:t>
            </a:r>
            <a:r>
              <a:rPr lang="ja-JP" altLang="en-US" sz="1300" dirty="0">
                <a:solidFill>
                  <a:schemeClr val="bg1"/>
                </a:solidFill>
              </a:rPr>
              <a:t>を配置し、</a:t>
            </a:r>
            <a:r>
              <a:rPr lang="en-US" altLang="ja-JP" sz="1300" dirty="0">
                <a:solidFill>
                  <a:schemeClr val="bg1"/>
                </a:solidFill>
              </a:rPr>
              <a:t>1</a:t>
            </a:r>
            <a:r>
              <a:rPr lang="ja-JP" altLang="en-US" sz="1300" dirty="0">
                <a:solidFill>
                  <a:schemeClr val="bg1"/>
                </a:solidFill>
              </a:rPr>
              <a:t>回の行動サイクルごと</a:t>
            </a:r>
            <a:endParaRPr lang="en-US" altLang="ja-JP" sz="1300" dirty="0">
              <a:solidFill>
                <a:schemeClr val="bg1"/>
              </a:solidFill>
            </a:endParaRPr>
          </a:p>
          <a:p>
            <a:pPr algn="l"/>
            <a:r>
              <a:rPr lang="ja-JP" altLang="en-US" sz="1300" dirty="0">
                <a:solidFill>
                  <a:schemeClr val="bg1"/>
                </a:solidFill>
              </a:rPr>
              <a:t>　 に独立した乱数を扱うようにした。</a:t>
            </a:r>
            <a:br>
              <a:rPr lang="ja-JP" altLang="en-US" sz="1300" dirty="0">
                <a:solidFill>
                  <a:schemeClr val="bg1"/>
                </a:solidFill>
              </a:rPr>
            </a:br>
            <a:r>
              <a:rPr lang="ja-JP" altLang="en-US" sz="1300" dirty="0">
                <a:solidFill>
                  <a:schemeClr val="bg1"/>
                </a:solidFill>
              </a:rPr>
              <a:t>　 その結果、乱数の衝突がなくなり、</a:t>
            </a:r>
            <a:r>
              <a:rPr lang="ja-JP" altLang="en-US" sz="1300" b="1" dirty="0">
                <a:solidFill>
                  <a:schemeClr val="bg1"/>
                </a:solidFill>
              </a:rPr>
              <a:t>安定した行動パターン</a:t>
            </a:r>
            <a:r>
              <a:rPr lang="ja-JP" altLang="en-US" sz="1300" dirty="0">
                <a:solidFill>
                  <a:schemeClr val="bg1"/>
                </a:solidFill>
              </a:rPr>
              <a:t>を実現。</a:t>
            </a:r>
            <a:endParaRPr lang="en-US" altLang="ja-JP" sz="1300" dirty="0">
              <a:solidFill>
                <a:schemeClr val="bg1"/>
              </a:solidFill>
              <a:ea typeface="+mj-lt"/>
              <a:cs typeface="+mj-lt"/>
            </a:endParaRPr>
          </a:p>
          <a:p>
            <a:pPr marL="285750" indent="-285750" algn="l">
              <a:buFont typeface="Arial"/>
              <a:buChar char="•"/>
            </a:pPr>
            <a:endParaRPr lang="en-US" sz="1800" dirty="0">
              <a:solidFill>
                <a:schemeClr val="bg1"/>
              </a:solidFill>
              <a:ea typeface="+mj-lt"/>
              <a:cs typeface="+mj-lt"/>
            </a:endParaRPr>
          </a:p>
          <a:p>
            <a:pPr algn="l"/>
            <a:endParaRPr lang="en-US" altLang="ja-JP" sz="3200" dirty="0">
              <a:solidFill>
                <a:schemeClr val="bg1"/>
              </a:solidFill>
              <a:ea typeface="+mj-lt"/>
              <a:cs typeface="+mj-lt"/>
            </a:endParaRPr>
          </a:p>
        </p:txBody>
      </p:sp>
      <p:pic>
        <p:nvPicPr>
          <p:cNvPr id="20" name="図 19">
            <a:extLst>
              <a:ext uri="{FF2B5EF4-FFF2-40B4-BE49-F238E27FC236}">
                <a16:creationId xmlns:a16="http://schemas.microsoft.com/office/drawing/2014/main" id="{B9084323-1673-4272-8346-719DD12BEE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787" y="816814"/>
            <a:ext cx="3253972" cy="2352872"/>
          </a:xfrm>
          <a:prstGeom prst="rect">
            <a:avLst/>
          </a:prstGeom>
        </p:spPr>
      </p:pic>
      <p:pic>
        <p:nvPicPr>
          <p:cNvPr id="22" name="図 21">
            <a:extLst>
              <a:ext uri="{FF2B5EF4-FFF2-40B4-BE49-F238E27FC236}">
                <a16:creationId xmlns:a16="http://schemas.microsoft.com/office/drawing/2014/main" id="{2776C182-8A95-4022-A6D1-48AF277927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9230" y="816814"/>
            <a:ext cx="3813493" cy="2288096"/>
          </a:xfrm>
          <a:prstGeom prst="rect">
            <a:avLst/>
          </a:prstGeom>
        </p:spPr>
      </p:pic>
      <p:sp>
        <p:nvSpPr>
          <p:cNvPr id="23" name="吹き出し: 角を丸めた四角形 22">
            <a:extLst>
              <a:ext uri="{FF2B5EF4-FFF2-40B4-BE49-F238E27FC236}">
                <a16:creationId xmlns:a16="http://schemas.microsoft.com/office/drawing/2014/main" id="{0968AEB7-58EC-425B-97C1-30A1D946E444}"/>
              </a:ext>
            </a:extLst>
          </p:cNvPr>
          <p:cNvSpPr/>
          <p:nvPr/>
        </p:nvSpPr>
        <p:spPr>
          <a:xfrm>
            <a:off x="4187546" y="2320462"/>
            <a:ext cx="1449860" cy="849224"/>
          </a:xfrm>
          <a:prstGeom prst="wedgeRoundRectCallout">
            <a:avLst>
              <a:gd name="adj1" fmla="val -71970"/>
              <a:gd name="adj2" fmla="val -20423"/>
              <a:gd name="adj3" fmla="val 16667"/>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t>for</a:t>
            </a:r>
            <a:r>
              <a:rPr lang="ja-JP" altLang="en-US" sz="1400" dirty="0"/>
              <a:t>文を使って複数の攻撃を簡潔に制御</a:t>
            </a:r>
            <a:endParaRPr kumimoji="1" lang="en-US" altLang="ja-JP" sz="1400" dirty="0"/>
          </a:p>
        </p:txBody>
      </p:sp>
      <p:sp>
        <p:nvSpPr>
          <p:cNvPr id="24" name="吹き出し: 角を丸めた四角形 23">
            <a:extLst>
              <a:ext uri="{FF2B5EF4-FFF2-40B4-BE49-F238E27FC236}">
                <a16:creationId xmlns:a16="http://schemas.microsoft.com/office/drawing/2014/main" id="{6D840266-0787-4E1D-A892-2A8650962612}"/>
              </a:ext>
            </a:extLst>
          </p:cNvPr>
          <p:cNvSpPr/>
          <p:nvPr/>
        </p:nvSpPr>
        <p:spPr>
          <a:xfrm>
            <a:off x="10253374" y="3199516"/>
            <a:ext cx="1449860" cy="968830"/>
          </a:xfrm>
          <a:prstGeom prst="wedgeRoundRectCallout">
            <a:avLst>
              <a:gd name="adj1" fmla="val -64016"/>
              <a:gd name="adj2" fmla="val -38854"/>
              <a:gd name="adj3" fmla="val 16667"/>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t>呼び出し側に移動の値を入れてもらうことで色んな条件に対応可能に</a:t>
            </a:r>
            <a:endParaRPr kumimoji="1" lang="en-US" altLang="ja-JP" sz="1100" dirty="0"/>
          </a:p>
        </p:txBody>
      </p:sp>
    </p:spTree>
    <p:extLst>
      <p:ext uri="{BB962C8B-B14F-4D97-AF65-F5344CB8AC3E}">
        <p14:creationId xmlns:p14="http://schemas.microsoft.com/office/powerpoint/2010/main" val="2853439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A93330EE-6B8B-4FFC-8E4B-B735DA4812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タイトル 1">
            <a:extLst>
              <a:ext uri="{FF2B5EF4-FFF2-40B4-BE49-F238E27FC236}">
                <a16:creationId xmlns:a16="http://schemas.microsoft.com/office/drawing/2014/main" id="{0C9ACDA0-1289-4EE9-9EA7-B48C2498ED18}"/>
              </a:ext>
            </a:extLst>
          </p:cNvPr>
          <p:cNvSpPr>
            <a:spLocks noGrp="1"/>
          </p:cNvSpPr>
          <p:nvPr>
            <p:ph type="ctrTitle"/>
          </p:nvPr>
        </p:nvSpPr>
        <p:spPr>
          <a:xfrm>
            <a:off x="326966" y="634683"/>
            <a:ext cx="11538066" cy="822815"/>
          </a:xfrm>
        </p:spPr>
        <p:txBody>
          <a:bodyPr>
            <a:normAutofit/>
          </a:bodyPr>
          <a:lstStyle/>
          <a:p>
            <a:pPr algn="l"/>
            <a:r>
              <a:rPr kumimoji="1" lang="en-US" altLang="ja-JP" sz="4000" dirty="0">
                <a:solidFill>
                  <a:schemeClr val="bg1"/>
                </a:solidFill>
              </a:rPr>
              <a:t>【</a:t>
            </a:r>
            <a:r>
              <a:rPr kumimoji="1" lang="ja-JP" altLang="en-US" sz="4000" dirty="0">
                <a:solidFill>
                  <a:schemeClr val="bg1"/>
                </a:solidFill>
              </a:rPr>
              <a:t>コード進化：</a:t>
            </a:r>
            <a:r>
              <a:rPr lang="en-US" altLang="ja-JP" sz="4000" dirty="0">
                <a:solidFill>
                  <a:schemeClr val="bg1"/>
                </a:solidFill>
              </a:rPr>
              <a:t>CPU.cpp</a:t>
            </a:r>
            <a:r>
              <a:rPr kumimoji="1" lang="en-US" altLang="ja-JP" sz="4000" dirty="0">
                <a:solidFill>
                  <a:schemeClr val="bg1"/>
                </a:solidFill>
              </a:rPr>
              <a:t>】</a:t>
            </a:r>
            <a:endParaRPr kumimoji="1" lang="ja-JP" altLang="en-US" sz="4000" dirty="0">
              <a:solidFill>
                <a:schemeClr val="bg1"/>
              </a:solidFill>
            </a:endParaRPr>
          </a:p>
        </p:txBody>
      </p:sp>
      <p:sp>
        <p:nvSpPr>
          <p:cNvPr id="3" name="字幕 2">
            <a:extLst>
              <a:ext uri="{FF2B5EF4-FFF2-40B4-BE49-F238E27FC236}">
                <a16:creationId xmlns:a16="http://schemas.microsoft.com/office/drawing/2014/main" id="{81DC0F0A-1527-4642-A1A0-5BD00B17C73E}"/>
              </a:ext>
            </a:extLst>
          </p:cNvPr>
          <p:cNvSpPr>
            <a:spLocks noGrp="1"/>
          </p:cNvSpPr>
          <p:nvPr>
            <p:ph type="subTitle" idx="1"/>
          </p:nvPr>
        </p:nvSpPr>
        <p:spPr>
          <a:xfrm>
            <a:off x="326965" y="1457497"/>
            <a:ext cx="5772745" cy="4765819"/>
          </a:xfrm>
        </p:spPr>
        <p:txBody>
          <a:bodyPr vert="horz" lIns="91440" tIns="45720" rIns="91440" bIns="45720" rtlCol="0" anchor="t">
            <a:normAutofit lnSpcReduction="10000"/>
          </a:bodyPr>
          <a:lstStyle/>
          <a:p>
            <a:pPr algn="l"/>
            <a:endParaRPr kumimoji="1" lang="en-US" altLang="ja-JP" dirty="0">
              <a:solidFill>
                <a:schemeClr val="bg1"/>
              </a:solidFill>
              <a:ea typeface="游ゴシック"/>
            </a:endParaRPr>
          </a:p>
          <a:p>
            <a:pPr algn="l"/>
            <a:r>
              <a:rPr kumimoji="1" lang="ja-JP" altLang="en-US" dirty="0">
                <a:solidFill>
                  <a:schemeClr val="bg1"/>
                </a:solidFill>
                <a:ea typeface="游ゴシック"/>
              </a:rPr>
              <a:t>＜</a:t>
            </a:r>
            <a:r>
              <a:rPr kumimoji="1" lang="en-US" altLang="ja-JP" dirty="0">
                <a:solidFill>
                  <a:srgbClr val="0070C0"/>
                </a:solidFill>
                <a:ea typeface="游ゴシック"/>
              </a:rPr>
              <a:t>Before</a:t>
            </a:r>
            <a:r>
              <a:rPr kumimoji="1" lang="ja-JP" altLang="en-US" dirty="0">
                <a:solidFill>
                  <a:schemeClr val="bg1"/>
                </a:solidFill>
                <a:ea typeface="游ゴシック"/>
              </a:rPr>
              <a:t>＞</a:t>
            </a:r>
            <a:endParaRPr lang="ja-JP" dirty="0"/>
          </a:p>
          <a:p>
            <a:pPr algn="l"/>
            <a:r>
              <a:rPr lang="ja-JP" altLang="en-US" sz="2000" dirty="0">
                <a:solidFill>
                  <a:schemeClr val="bg1"/>
                </a:solidFill>
                <a:ea typeface="+mn-lt"/>
                <a:cs typeface="+mn-lt"/>
              </a:rPr>
              <a:t>・</a:t>
            </a:r>
            <a:r>
              <a:rPr lang="ja-JP" altLang="en-US" sz="2000" dirty="0">
                <a:solidFill>
                  <a:schemeClr val="bg1"/>
                </a:solidFill>
              </a:rPr>
              <a:t>複数の乱数が同時に動き、行動が重複していた</a:t>
            </a:r>
            <a:endParaRPr lang="en-US" altLang="ja-JP" sz="2000" dirty="0">
              <a:solidFill>
                <a:schemeClr val="bg1"/>
              </a:solidFill>
              <a:ea typeface="+mn-lt"/>
              <a:cs typeface="+mn-lt"/>
            </a:endParaRPr>
          </a:p>
          <a:p>
            <a:pPr algn="l"/>
            <a:r>
              <a:rPr lang="ja-JP" altLang="en-US" sz="2000" dirty="0">
                <a:solidFill>
                  <a:schemeClr val="bg1"/>
                </a:solidFill>
                <a:ea typeface="+mn-lt"/>
                <a:cs typeface="+mn-lt"/>
              </a:rPr>
              <a:t>・</a:t>
            </a:r>
            <a:r>
              <a:rPr lang="ja-JP" altLang="en-US" sz="1800" dirty="0">
                <a:solidFill>
                  <a:schemeClr val="bg1"/>
                </a:solidFill>
              </a:rPr>
              <a:t>攻撃が多段ヒットして、</a:t>
            </a:r>
            <a:r>
              <a:rPr lang="en-US" altLang="ja-JP" sz="1800" dirty="0">
                <a:solidFill>
                  <a:schemeClr val="bg1"/>
                </a:solidFill>
              </a:rPr>
              <a:t>1</a:t>
            </a:r>
            <a:r>
              <a:rPr lang="ja-JP" altLang="en-US" sz="1800" dirty="0">
                <a:solidFill>
                  <a:schemeClr val="bg1"/>
                </a:solidFill>
              </a:rPr>
              <a:t>発で相手が倒れてしまう</a:t>
            </a:r>
            <a:endParaRPr lang="en-US" altLang="ja-JP" sz="1800" dirty="0">
              <a:solidFill>
                <a:schemeClr val="bg1"/>
              </a:solidFill>
            </a:endParaRPr>
          </a:p>
          <a:p>
            <a:pPr algn="l"/>
            <a:r>
              <a:rPr lang="ja-JP" altLang="en-US" sz="1800" dirty="0">
                <a:solidFill>
                  <a:schemeClr val="bg1"/>
                </a:solidFill>
              </a:rPr>
              <a:t>　ことがあった。</a:t>
            </a:r>
            <a:endParaRPr lang="en-US" altLang="ja-JP" sz="1800" dirty="0">
              <a:solidFill>
                <a:schemeClr val="bg1"/>
              </a:solidFill>
            </a:endParaRPr>
          </a:p>
          <a:p>
            <a:pPr algn="l"/>
            <a:r>
              <a:rPr lang="ja-JP" altLang="en-US" sz="2000" dirty="0">
                <a:solidFill>
                  <a:schemeClr val="bg1"/>
                </a:solidFill>
                <a:ea typeface="游ゴシック"/>
              </a:rPr>
              <a:t>・</a:t>
            </a:r>
            <a:r>
              <a:rPr lang="ja-JP" altLang="en-US" sz="1600" dirty="0"/>
              <a:t> </a:t>
            </a:r>
            <a:r>
              <a:rPr lang="en-US" altLang="ja-JP" sz="1600" dirty="0">
                <a:solidFill>
                  <a:schemeClr val="bg1"/>
                </a:solidFill>
              </a:rPr>
              <a:t>1</a:t>
            </a:r>
            <a:r>
              <a:rPr lang="ja-JP" altLang="en-US" sz="1600" dirty="0">
                <a:solidFill>
                  <a:schemeClr val="bg1"/>
                </a:solidFill>
              </a:rPr>
              <a:t>つの関数に処理を詰め込みすぎて整理できていなかった。</a:t>
            </a:r>
            <a:endParaRPr lang="en-US" altLang="ja-JP" sz="2000" dirty="0">
              <a:solidFill>
                <a:schemeClr val="bg1"/>
              </a:solidFill>
              <a:ea typeface="游ゴシック"/>
            </a:endParaRPr>
          </a:p>
          <a:p>
            <a:pPr algn="l"/>
            <a:endParaRPr lang="ja-JP" altLang="en-US" dirty="0">
              <a:solidFill>
                <a:schemeClr val="bg1"/>
              </a:solidFill>
              <a:ea typeface="游ゴシック"/>
            </a:endParaRPr>
          </a:p>
          <a:p>
            <a:pPr algn="l"/>
            <a:r>
              <a:rPr lang="ja-JP" dirty="0">
                <a:solidFill>
                  <a:schemeClr val="bg1"/>
                </a:solidFill>
                <a:ea typeface="+mn-lt"/>
                <a:cs typeface="+mn-lt"/>
              </a:rPr>
              <a:t>＜</a:t>
            </a:r>
            <a:r>
              <a:rPr lang="ja-JP" dirty="0">
                <a:solidFill>
                  <a:srgbClr val="FF0000"/>
                </a:solidFill>
                <a:ea typeface="+mn-lt"/>
                <a:cs typeface="+mn-lt"/>
              </a:rPr>
              <a:t>After</a:t>
            </a:r>
            <a:r>
              <a:rPr lang="ja-JP" dirty="0">
                <a:solidFill>
                  <a:schemeClr val="bg1"/>
                </a:solidFill>
                <a:ea typeface="+mn-lt"/>
                <a:cs typeface="+mn-lt"/>
              </a:rPr>
              <a:t>＞</a:t>
            </a:r>
            <a:endParaRPr lang="en-US" altLang="ja-JP" dirty="0">
              <a:solidFill>
                <a:schemeClr val="bg1"/>
              </a:solidFill>
              <a:ea typeface="+mn-lt"/>
              <a:cs typeface="+mn-lt"/>
            </a:endParaRPr>
          </a:p>
          <a:p>
            <a:pPr algn="l"/>
            <a:r>
              <a:rPr lang="ja-JP" altLang="en-US" sz="2000" dirty="0">
                <a:solidFill>
                  <a:schemeClr val="bg1"/>
                </a:solidFill>
                <a:ea typeface="+mn-lt"/>
                <a:cs typeface="+mn-lt"/>
              </a:rPr>
              <a:t>・</a:t>
            </a:r>
            <a:r>
              <a:rPr lang="ja-JP" altLang="en-US" sz="1600" dirty="0">
                <a:solidFill>
                  <a:schemeClr val="bg1"/>
                </a:solidFill>
              </a:rPr>
              <a:t>乱数の生成を</a:t>
            </a:r>
            <a:r>
              <a:rPr lang="en-US" altLang="ja-JP" sz="1600" dirty="0">
                <a:solidFill>
                  <a:schemeClr val="bg1"/>
                </a:solidFill>
              </a:rPr>
              <a:t>1</a:t>
            </a:r>
            <a:r>
              <a:rPr lang="ja-JP" altLang="en-US" sz="1600" dirty="0">
                <a:solidFill>
                  <a:schemeClr val="bg1"/>
                </a:solidFill>
              </a:rPr>
              <a:t>サイクル</a:t>
            </a:r>
            <a:r>
              <a:rPr lang="en-US" altLang="ja-JP" sz="1600" dirty="0">
                <a:solidFill>
                  <a:schemeClr val="bg1"/>
                </a:solidFill>
              </a:rPr>
              <a:t>1</a:t>
            </a:r>
            <a:r>
              <a:rPr lang="ja-JP" altLang="en-US" sz="1600" dirty="0">
                <a:solidFill>
                  <a:schemeClr val="bg1"/>
                </a:solidFill>
              </a:rPr>
              <a:t>回に制限し、動作の重複を防止。</a:t>
            </a:r>
            <a:endParaRPr lang="en-US" altLang="ja-JP" sz="1600" dirty="0">
              <a:solidFill>
                <a:schemeClr val="bg1"/>
              </a:solidFill>
            </a:endParaRPr>
          </a:p>
          <a:p>
            <a:pPr algn="l"/>
            <a:r>
              <a:rPr lang="ja-JP" altLang="en-US" sz="2000" dirty="0">
                <a:solidFill>
                  <a:schemeClr val="bg1"/>
                </a:solidFill>
              </a:rPr>
              <a:t>・</a:t>
            </a:r>
            <a:r>
              <a:rPr lang="ja-JP" altLang="en-US" sz="1600" dirty="0"/>
              <a:t> </a:t>
            </a:r>
            <a:r>
              <a:rPr lang="en-US" altLang="ja-JP" sz="1600" dirty="0">
                <a:solidFill>
                  <a:schemeClr val="bg1"/>
                </a:solidFill>
              </a:rPr>
              <a:t>WAIT</a:t>
            </a:r>
            <a:r>
              <a:rPr lang="ja-JP" altLang="en-US" sz="1600" dirty="0">
                <a:solidFill>
                  <a:schemeClr val="bg1"/>
                </a:solidFill>
              </a:rPr>
              <a:t>状態を導入し、 </a:t>
            </a:r>
            <a:r>
              <a:rPr lang="en-US" altLang="ja-JP" sz="1600" dirty="0">
                <a:solidFill>
                  <a:schemeClr val="bg1"/>
                </a:solidFill>
              </a:rPr>
              <a:t>CPU</a:t>
            </a:r>
            <a:r>
              <a:rPr lang="ja-JP" altLang="en-US" sz="1600" dirty="0">
                <a:solidFill>
                  <a:schemeClr val="bg1"/>
                </a:solidFill>
              </a:rPr>
              <a:t>が安定して動作するように　</a:t>
            </a:r>
            <a:endParaRPr lang="en-US" altLang="ja-JP" sz="1600" dirty="0">
              <a:solidFill>
                <a:schemeClr val="bg1"/>
              </a:solidFill>
            </a:endParaRPr>
          </a:p>
          <a:p>
            <a:pPr algn="l"/>
            <a:r>
              <a:rPr lang="ja-JP" altLang="en-US" sz="1600" dirty="0">
                <a:solidFill>
                  <a:schemeClr val="bg1"/>
                </a:solidFill>
              </a:rPr>
              <a:t>　 なった。</a:t>
            </a:r>
            <a:endParaRPr lang="en-US" altLang="ja-JP" sz="1600" dirty="0">
              <a:solidFill>
                <a:schemeClr val="bg1"/>
              </a:solidFill>
            </a:endParaRPr>
          </a:p>
          <a:p>
            <a:pPr algn="l"/>
            <a:r>
              <a:rPr lang="ja-JP" altLang="en-US" sz="2000" dirty="0">
                <a:solidFill>
                  <a:schemeClr val="bg1"/>
                </a:solidFill>
              </a:rPr>
              <a:t>・</a:t>
            </a:r>
            <a:r>
              <a:rPr lang="ja-JP" altLang="en-US" sz="1600" dirty="0">
                <a:solidFill>
                  <a:schemeClr val="bg1"/>
                </a:solidFill>
              </a:rPr>
              <a:t>行動ごとに関数を分けて、コードを整理し可読性を向上。</a:t>
            </a:r>
            <a:endParaRPr lang="ja-JP" sz="2000" dirty="0">
              <a:solidFill>
                <a:schemeClr val="bg1"/>
              </a:solidFill>
            </a:endParaRPr>
          </a:p>
        </p:txBody>
      </p:sp>
      <p:sp>
        <p:nvSpPr>
          <p:cNvPr id="7" name="TextBox 6">
            <a:extLst>
              <a:ext uri="{FF2B5EF4-FFF2-40B4-BE49-F238E27FC236}">
                <a16:creationId xmlns:a16="http://schemas.microsoft.com/office/drawing/2014/main" id="{32F7A7DF-79E3-F73A-7431-51BA4C213209}"/>
              </a:ext>
            </a:extLst>
          </p:cNvPr>
          <p:cNvSpPr txBox="1"/>
          <p:nvPr/>
        </p:nvSpPr>
        <p:spPr>
          <a:xfrm>
            <a:off x="6091205" y="1457188"/>
            <a:ext cx="566044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dirty="0">
                <a:solidFill>
                  <a:schemeClr val="bg1"/>
                </a:solidFill>
                <a:ea typeface="游ゴシック"/>
              </a:rPr>
              <a:t>&lt;</a:t>
            </a:r>
            <a:r>
              <a:rPr lang="ja-JP" altLang="en-US" dirty="0">
                <a:solidFill>
                  <a:srgbClr val="0070C0"/>
                </a:solidFill>
                <a:ea typeface="游ゴシック"/>
              </a:rPr>
              <a:t>Before</a:t>
            </a:r>
            <a:r>
              <a:rPr lang="ja-JP" altLang="en-US" dirty="0">
                <a:solidFill>
                  <a:schemeClr val="bg1"/>
                </a:solidFill>
                <a:ea typeface="游ゴシック"/>
              </a:rPr>
              <a:t>&gt; </a:t>
            </a:r>
            <a:endParaRPr lang="ja-JP" dirty="0">
              <a:solidFill>
                <a:schemeClr val="bg1"/>
              </a:solidFill>
              <a:ea typeface="游ゴシック"/>
            </a:endParaRPr>
          </a:p>
        </p:txBody>
      </p:sp>
      <p:sp>
        <p:nvSpPr>
          <p:cNvPr id="8" name="TextBox 7">
            <a:extLst>
              <a:ext uri="{FF2B5EF4-FFF2-40B4-BE49-F238E27FC236}">
                <a16:creationId xmlns:a16="http://schemas.microsoft.com/office/drawing/2014/main" id="{DF6C8FBB-0BB7-41C0-9D72-2B7DE8493FF6}"/>
              </a:ext>
            </a:extLst>
          </p:cNvPr>
          <p:cNvSpPr txBox="1"/>
          <p:nvPr/>
        </p:nvSpPr>
        <p:spPr>
          <a:xfrm>
            <a:off x="6091204" y="3843829"/>
            <a:ext cx="566044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dirty="0">
                <a:solidFill>
                  <a:schemeClr val="bg1"/>
                </a:solidFill>
                <a:ea typeface="游ゴシック"/>
              </a:rPr>
              <a:t>&lt;</a:t>
            </a:r>
            <a:r>
              <a:rPr lang="ja-JP" altLang="en-US" dirty="0">
                <a:solidFill>
                  <a:srgbClr val="FF0000"/>
                </a:solidFill>
                <a:ea typeface="游ゴシック"/>
              </a:rPr>
              <a:t>After</a:t>
            </a:r>
            <a:r>
              <a:rPr lang="ja-JP" altLang="en-US" dirty="0">
                <a:solidFill>
                  <a:schemeClr val="bg1"/>
                </a:solidFill>
                <a:ea typeface="游ゴシック"/>
              </a:rPr>
              <a:t>&gt;</a:t>
            </a:r>
            <a:endParaRPr lang="ja-JP" dirty="0">
              <a:solidFill>
                <a:schemeClr val="bg1"/>
              </a:solidFill>
              <a:ea typeface="游ゴシック"/>
            </a:endParaRPr>
          </a:p>
        </p:txBody>
      </p:sp>
      <p:pic>
        <p:nvPicPr>
          <p:cNvPr id="6" name="図 5">
            <a:extLst>
              <a:ext uri="{FF2B5EF4-FFF2-40B4-BE49-F238E27FC236}">
                <a16:creationId xmlns:a16="http://schemas.microsoft.com/office/drawing/2014/main" id="{2ABB939A-6D1A-4B82-BDF6-F4C6028A16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6603" y="687895"/>
            <a:ext cx="1892154" cy="3486908"/>
          </a:xfrm>
          <a:prstGeom prst="rect">
            <a:avLst/>
          </a:prstGeom>
        </p:spPr>
      </p:pic>
      <p:pic>
        <p:nvPicPr>
          <p:cNvPr id="12" name="図 11">
            <a:extLst>
              <a:ext uri="{FF2B5EF4-FFF2-40B4-BE49-F238E27FC236}">
                <a16:creationId xmlns:a16="http://schemas.microsoft.com/office/drawing/2014/main" id="{E684FFAE-A0BE-42F3-BF1C-6DF4637B3A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16603" y="4514335"/>
            <a:ext cx="3501234" cy="1594058"/>
          </a:xfrm>
          <a:prstGeom prst="rect">
            <a:avLst/>
          </a:prstGeom>
        </p:spPr>
      </p:pic>
      <p:sp>
        <p:nvSpPr>
          <p:cNvPr id="16" name="吹き出し: 角を丸めた四角形 15">
            <a:extLst>
              <a:ext uri="{FF2B5EF4-FFF2-40B4-BE49-F238E27FC236}">
                <a16:creationId xmlns:a16="http://schemas.microsoft.com/office/drawing/2014/main" id="{CACA313E-33F4-4062-A910-9C99BFF3E575}"/>
              </a:ext>
            </a:extLst>
          </p:cNvPr>
          <p:cNvSpPr/>
          <p:nvPr/>
        </p:nvSpPr>
        <p:spPr>
          <a:xfrm>
            <a:off x="9910119" y="972066"/>
            <a:ext cx="1841534" cy="1120116"/>
          </a:xfrm>
          <a:prstGeom prst="wedgeRoundRectCallout">
            <a:avLst>
              <a:gd name="adj1" fmla="val -68611"/>
              <a:gd name="adj2" fmla="val -22016"/>
              <a:gd name="adj3" fmla="val 16667"/>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t>似たコードが近、中、長距離用とあり分かりにくかった。</a:t>
            </a:r>
            <a:endParaRPr kumimoji="1" lang="ja-JP" altLang="en-US" sz="1200" dirty="0"/>
          </a:p>
        </p:txBody>
      </p:sp>
      <p:sp>
        <p:nvSpPr>
          <p:cNvPr id="17" name="吹き出し: 角を丸めた四角形 16">
            <a:extLst>
              <a:ext uri="{FF2B5EF4-FFF2-40B4-BE49-F238E27FC236}">
                <a16:creationId xmlns:a16="http://schemas.microsoft.com/office/drawing/2014/main" id="{7C1B6FBB-AB56-4C97-A2C5-517AE52EF6C2}"/>
              </a:ext>
            </a:extLst>
          </p:cNvPr>
          <p:cNvSpPr/>
          <p:nvPr/>
        </p:nvSpPr>
        <p:spPr>
          <a:xfrm>
            <a:off x="9854622" y="3093045"/>
            <a:ext cx="1841534" cy="1120116"/>
          </a:xfrm>
          <a:prstGeom prst="wedgeRoundRectCallout">
            <a:avLst>
              <a:gd name="adj1" fmla="val -19404"/>
              <a:gd name="adj2" fmla="val 69179"/>
              <a:gd name="adj3" fmla="val 16667"/>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関数でまとめることでコードがすっきりして作業効率が上がった。</a:t>
            </a:r>
          </a:p>
        </p:txBody>
      </p:sp>
    </p:spTree>
    <p:extLst>
      <p:ext uri="{BB962C8B-B14F-4D97-AF65-F5344CB8AC3E}">
        <p14:creationId xmlns:p14="http://schemas.microsoft.com/office/powerpoint/2010/main" val="3575080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8">
            <a:extLst>
              <a:ext uri="{FF2B5EF4-FFF2-40B4-BE49-F238E27FC236}">
                <a16:creationId xmlns:a16="http://schemas.microsoft.com/office/drawing/2014/main" id="{E037A573-C913-A590-F97A-E29A6D66B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Title 1">
            <a:extLst>
              <a:ext uri="{FF2B5EF4-FFF2-40B4-BE49-F238E27FC236}">
                <a16:creationId xmlns:a16="http://schemas.microsoft.com/office/drawing/2014/main" id="{1BE0EFE3-B4E8-BDD5-E9E2-E8D796611510}"/>
              </a:ext>
            </a:extLst>
          </p:cNvPr>
          <p:cNvSpPr>
            <a:spLocks noGrp="1"/>
          </p:cNvSpPr>
          <p:nvPr>
            <p:ph type="ctrTitle"/>
          </p:nvPr>
        </p:nvSpPr>
        <p:spPr>
          <a:xfrm>
            <a:off x="341869" y="683740"/>
            <a:ext cx="11508259" cy="980947"/>
          </a:xfrm>
        </p:spPr>
        <p:txBody>
          <a:bodyPr/>
          <a:lstStyle/>
          <a:p>
            <a:pPr algn="l"/>
            <a:r>
              <a:rPr kumimoji="1" lang="en-US" altLang="ja-JP" dirty="0">
                <a:solidFill>
                  <a:schemeClr val="bg1"/>
                </a:solidFill>
              </a:rPr>
              <a:t>【</a:t>
            </a:r>
            <a:r>
              <a:rPr kumimoji="1" lang="ja-JP" altLang="en-US" dirty="0">
                <a:solidFill>
                  <a:schemeClr val="bg1"/>
                </a:solidFill>
              </a:rPr>
              <a:t>挑戦したこと、まとめ</a:t>
            </a:r>
            <a:r>
              <a:rPr kumimoji="1" lang="en-US" altLang="ja-JP" dirty="0">
                <a:solidFill>
                  <a:schemeClr val="bg1"/>
                </a:solidFill>
              </a:rPr>
              <a:t>】</a:t>
            </a:r>
            <a:endParaRPr kumimoji="1" lang="en-US" dirty="0">
              <a:solidFill>
                <a:schemeClr val="bg1"/>
              </a:solidFill>
            </a:endParaRPr>
          </a:p>
        </p:txBody>
      </p:sp>
      <p:sp>
        <p:nvSpPr>
          <p:cNvPr id="3" name="Subtitle 2">
            <a:extLst>
              <a:ext uri="{FF2B5EF4-FFF2-40B4-BE49-F238E27FC236}">
                <a16:creationId xmlns:a16="http://schemas.microsoft.com/office/drawing/2014/main" id="{0767F2EC-0245-9C07-A58F-F9A657961630}"/>
              </a:ext>
            </a:extLst>
          </p:cNvPr>
          <p:cNvSpPr>
            <a:spLocks noGrp="1"/>
          </p:cNvSpPr>
          <p:nvPr>
            <p:ph type="subTitle" idx="1"/>
          </p:nvPr>
        </p:nvSpPr>
        <p:spPr>
          <a:xfrm>
            <a:off x="607541" y="1828800"/>
            <a:ext cx="10911014" cy="4345460"/>
          </a:xfrm>
        </p:spPr>
        <p:txBody>
          <a:bodyPr>
            <a:normAutofit/>
          </a:bodyPr>
          <a:lstStyle/>
          <a:p>
            <a:pPr algn="l"/>
            <a:r>
              <a:rPr lang="ja-JP" altLang="en-US" sz="2200" dirty="0">
                <a:solidFill>
                  <a:schemeClr val="bg1"/>
                </a:solidFill>
              </a:rPr>
              <a:t>本作品では、ゲームエンジンに依存せず、</a:t>
            </a:r>
            <a:r>
              <a:rPr lang="en-US" altLang="ja-JP" sz="2200" b="1" dirty="0">
                <a:solidFill>
                  <a:schemeClr val="bg1"/>
                </a:solidFill>
              </a:rPr>
              <a:t>C++ </a:t>
            </a:r>
            <a:r>
              <a:rPr lang="ja-JP" altLang="en-US" sz="2200" dirty="0">
                <a:solidFill>
                  <a:schemeClr val="bg1"/>
                </a:solidFill>
              </a:rPr>
              <a:t>と</a:t>
            </a:r>
            <a:r>
              <a:rPr lang="ja-JP" altLang="en-US" sz="2200" b="1" dirty="0">
                <a:solidFill>
                  <a:schemeClr val="bg1"/>
                </a:solidFill>
              </a:rPr>
              <a:t> </a:t>
            </a:r>
            <a:r>
              <a:rPr lang="en-US" altLang="ja-JP" sz="2200" b="1" dirty="0" err="1">
                <a:solidFill>
                  <a:schemeClr val="bg1"/>
                </a:solidFill>
              </a:rPr>
              <a:t>DxLib</a:t>
            </a:r>
            <a:r>
              <a:rPr lang="en-US" altLang="ja-JP" sz="2200" b="1" dirty="0">
                <a:solidFill>
                  <a:schemeClr val="bg1"/>
                </a:solidFill>
              </a:rPr>
              <a:t> </a:t>
            </a:r>
            <a:r>
              <a:rPr lang="ja-JP" altLang="en-US" sz="2200" dirty="0">
                <a:solidFill>
                  <a:schemeClr val="bg1"/>
                </a:solidFill>
              </a:rPr>
              <a:t>を用いて格闘ゲームを基礎から開発しました。</a:t>
            </a:r>
            <a:br>
              <a:rPr lang="ja-JP" altLang="en-US" sz="2200" dirty="0">
                <a:solidFill>
                  <a:schemeClr val="bg1"/>
                </a:solidFill>
              </a:rPr>
            </a:br>
            <a:r>
              <a:rPr lang="ja-JP" altLang="en-US" sz="2200" dirty="0">
                <a:solidFill>
                  <a:schemeClr val="bg1"/>
                </a:solidFill>
              </a:rPr>
              <a:t>エンジンを使用しないことで、描画処理・オブジェクト管理・当たり判定・</a:t>
            </a:r>
            <a:r>
              <a:rPr lang="en-US" altLang="ja-JP" sz="2200" dirty="0">
                <a:solidFill>
                  <a:schemeClr val="bg1"/>
                </a:solidFill>
              </a:rPr>
              <a:t>AI</a:t>
            </a:r>
            <a:r>
              <a:rPr lang="ja-JP" altLang="en-US" sz="2200" dirty="0">
                <a:solidFill>
                  <a:schemeClr val="bg1"/>
                </a:solidFill>
              </a:rPr>
              <a:t>制御など、ゲームの根幹となるシステムをすべて自ら設計・実装し、仕組みを深く理解することを目指しました。</a:t>
            </a:r>
          </a:p>
          <a:p>
            <a:pPr algn="l"/>
            <a:r>
              <a:rPr lang="ja-JP" altLang="en-US" sz="2200" dirty="0">
                <a:solidFill>
                  <a:schemeClr val="bg1"/>
                </a:solidFill>
              </a:rPr>
              <a:t>特に、</a:t>
            </a:r>
            <a:r>
              <a:rPr lang="ja-JP" altLang="en-US" sz="2200" b="1" dirty="0">
                <a:solidFill>
                  <a:schemeClr val="bg1"/>
                </a:solidFill>
              </a:rPr>
              <a:t>当たり判定を</a:t>
            </a:r>
            <a:r>
              <a:rPr lang="en-US" altLang="ja-JP" sz="2200" b="1" dirty="0">
                <a:solidFill>
                  <a:schemeClr val="bg1"/>
                </a:solidFill>
              </a:rPr>
              <a:t>1</a:t>
            </a:r>
            <a:r>
              <a:rPr lang="ja-JP" altLang="en-US" sz="2200" b="1" dirty="0">
                <a:solidFill>
                  <a:schemeClr val="bg1"/>
                </a:solidFill>
              </a:rPr>
              <a:t>から構築したこと</a:t>
            </a:r>
            <a:r>
              <a:rPr lang="ja-JP" altLang="en-US" sz="2200" dirty="0">
                <a:solidFill>
                  <a:schemeClr val="bg1"/>
                </a:solidFill>
              </a:rPr>
              <a:t>と、</a:t>
            </a:r>
            <a:r>
              <a:rPr lang="en-US" altLang="ja-JP" sz="2200" b="1" dirty="0">
                <a:solidFill>
                  <a:schemeClr val="bg1"/>
                </a:solidFill>
              </a:rPr>
              <a:t>CPU</a:t>
            </a:r>
            <a:r>
              <a:rPr lang="ja-JP" altLang="en-US" sz="2200" b="1" dirty="0">
                <a:solidFill>
                  <a:schemeClr val="bg1"/>
                </a:solidFill>
              </a:rPr>
              <a:t>の</a:t>
            </a:r>
            <a:r>
              <a:rPr lang="en-US" altLang="ja-JP" sz="2200" b="1" dirty="0">
                <a:solidFill>
                  <a:schemeClr val="bg1"/>
                </a:solidFill>
              </a:rPr>
              <a:t>AI</a:t>
            </a:r>
            <a:r>
              <a:rPr lang="ja-JP" altLang="en-US" sz="2200" b="1" dirty="0">
                <a:solidFill>
                  <a:schemeClr val="bg1"/>
                </a:solidFill>
              </a:rPr>
              <a:t>制御を独自に設計したこと</a:t>
            </a:r>
            <a:r>
              <a:rPr lang="ja-JP" altLang="en-US" sz="2200" dirty="0">
                <a:solidFill>
                  <a:schemeClr val="bg1"/>
                </a:solidFill>
              </a:rPr>
              <a:t>は大きな挑戦でした。</a:t>
            </a:r>
            <a:br>
              <a:rPr lang="ja-JP" altLang="en-US" sz="2200" dirty="0">
                <a:solidFill>
                  <a:schemeClr val="bg1"/>
                </a:solidFill>
              </a:rPr>
            </a:br>
            <a:r>
              <a:rPr lang="ja-JP" altLang="en-US" sz="2200" dirty="0">
                <a:solidFill>
                  <a:schemeClr val="bg1"/>
                </a:solidFill>
              </a:rPr>
              <a:t>格闘ゲーム特有のフレーム処理や攻撃判定の精度を意識しながら、モーションに合わせた判定制御や、キャラクターが状況に応じて行動を選択する仕組みを実装しました。</a:t>
            </a:r>
          </a:p>
          <a:p>
            <a:pPr algn="l"/>
            <a:r>
              <a:rPr lang="ja-JP" altLang="en-US" sz="2200" dirty="0">
                <a:solidFill>
                  <a:schemeClr val="bg1"/>
                </a:solidFill>
              </a:rPr>
              <a:t>これらの経験を通して、</a:t>
            </a:r>
            <a:r>
              <a:rPr lang="ja-JP" altLang="en-US" sz="2200" b="1" dirty="0">
                <a:solidFill>
                  <a:schemeClr val="bg1"/>
                </a:solidFill>
              </a:rPr>
              <a:t>ゲームの基礎技術</a:t>
            </a:r>
            <a:r>
              <a:rPr lang="ja-JP" altLang="en-US" sz="2200" dirty="0">
                <a:solidFill>
                  <a:schemeClr val="bg1"/>
                </a:solidFill>
              </a:rPr>
              <a:t>を理解した上で、自ら考えて</a:t>
            </a:r>
            <a:r>
              <a:rPr lang="ja-JP" altLang="en-US" sz="2200" b="1" dirty="0">
                <a:solidFill>
                  <a:schemeClr val="bg1"/>
                </a:solidFill>
              </a:rPr>
              <a:t>仕組みを作り上げる力</a:t>
            </a:r>
            <a:r>
              <a:rPr lang="ja-JP" altLang="en-US" sz="2200" dirty="0">
                <a:solidFill>
                  <a:schemeClr val="bg1"/>
                </a:solidFill>
              </a:rPr>
              <a:t>を身につけることができました。</a:t>
            </a:r>
            <a:br>
              <a:rPr lang="ja-JP" altLang="en-US" sz="2200" dirty="0">
                <a:solidFill>
                  <a:schemeClr val="bg1"/>
                </a:solidFill>
              </a:rPr>
            </a:br>
            <a:r>
              <a:rPr lang="ja-JP" altLang="en-US" sz="2200" dirty="0">
                <a:solidFill>
                  <a:schemeClr val="bg1"/>
                </a:solidFill>
              </a:rPr>
              <a:t>また、完成までの過程で、プログラム構造の整理やデバッグの重要性を改めて実感し、</a:t>
            </a:r>
            <a:br>
              <a:rPr lang="ja-JP" altLang="en-US" sz="2200" dirty="0">
                <a:solidFill>
                  <a:schemeClr val="bg1"/>
                </a:solidFill>
              </a:rPr>
            </a:br>
            <a:r>
              <a:rPr lang="ja-JP" altLang="en-US" sz="2200" dirty="0">
                <a:solidFill>
                  <a:schemeClr val="bg1"/>
                </a:solidFill>
              </a:rPr>
              <a:t>一つひとつの処理を“正確に動かす”ことの難しさと面白さを学ぶ機会となりました。</a:t>
            </a:r>
          </a:p>
          <a:p>
            <a:endParaRPr kumimoji="1" lang="en-US" dirty="0"/>
          </a:p>
        </p:txBody>
      </p:sp>
      <p:sp>
        <p:nvSpPr>
          <p:cNvPr id="4" name="大かっこ 3">
            <a:extLst>
              <a:ext uri="{FF2B5EF4-FFF2-40B4-BE49-F238E27FC236}">
                <a16:creationId xmlns:a16="http://schemas.microsoft.com/office/drawing/2014/main" id="{E12DD848-22FF-47EC-AE15-2A3301C1F839}"/>
              </a:ext>
            </a:extLst>
          </p:cNvPr>
          <p:cNvSpPr/>
          <p:nvPr/>
        </p:nvSpPr>
        <p:spPr>
          <a:xfrm>
            <a:off x="453081" y="1664687"/>
            <a:ext cx="11219935" cy="4509573"/>
          </a:xfrm>
          <a:prstGeom prst="bracketPair">
            <a:avLst/>
          </a:prstGeom>
          <a:ln>
            <a:solidFill>
              <a:srgbClr val="FF0000"/>
            </a:solidFill>
          </a:ln>
        </p:spPr>
        <p:style>
          <a:lnRef idx="3">
            <a:schemeClr val="accent5"/>
          </a:lnRef>
          <a:fillRef idx="0">
            <a:schemeClr val="accent5"/>
          </a:fillRef>
          <a:effectRef idx="2">
            <a:schemeClr val="accent5"/>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186873453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432</TotalTime>
  <Words>1543</Words>
  <Application>Microsoft Office PowerPoint</Application>
  <PresentationFormat>ワイド画面</PresentationFormat>
  <Paragraphs>178</Paragraphs>
  <Slides>13</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13</vt:i4>
      </vt:variant>
    </vt:vector>
  </HeadingPairs>
  <TitlesOfParts>
    <vt:vector size="20" baseType="lpstr">
      <vt:lpstr>Arial Unicode MS</vt:lpstr>
      <vt:lpstr>游ゴシック</vt:lpstr>
      <vt:lpstr>游ゴシック Light</vt:lpstr>
      <vt:lpstr>Arial</vt:lpstr>
      <vt:lpstr>Consolas</vt:lpstr>
      <vt:lpstr>Wingdings</vt:lpstr>
      <vt:lpstr>Office テーマ</vt:lpstr>
      <vt:lpstr>PowerPoint プレゼンテーション</vt:lpstr>
      <vt:lpstr>【概要】</vt:lpstr>
      <vt:lpstr>【ゲーム内容】  プレイヤーはメカキャラクターを操作して1対1で戦う2D格闘ゲームです。 攻撃は「パンチ（弱・中・強）」と「キック（弱・中・強）」の全6種類　　　があり、攻撃の強さによって威力や発生速度が変化します。 相手のHPを0にすると勝利となります。 キャラクターは1種類のみですが、攻撃の組み合わせや距離の取り方で多彩な戦い方ができます。 HPバーは画面上部に固定表示され、操作のテンポや打撃感を重視したバトルを目指しました。</vt:lpstr>
      <vt:lpstr>【キーボード操作方法】</vt:lpstr>
      <vt:lpstr>【ゲームパッド操作方法】</vt:lpstr>
      <vt:lpstr>【ファイル一覧】</vt:lpstr>
      <vt:lpstr>【アピール：当たり判定】</vt:lpstr>
      <vt:lpstr>【苦労した点】</vt:lpstr>
      <vt:lpstr>【コード進化：Player.cpp → Character.cpp】</vt:lpstr>
      <vt:lpstr>【アピール：CPUの思考AIと行動制御】</vt:lpstr>
      <vt:lpstr>【苦労した点】</vt:lpstr>
      <vt:lpstr>【コード進化：CPU.cpp】</vt:lpstr>
      <vt:lpstr>【挑戦したこと、まとめ】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仕様書</dc:title>
  <dc:creator>student</dc:creator>
  <cp:lastModifiedBy>student</cp:lastModifiedBy>
  <cp:revision>378</cp:revision>
  <dcterms:created xsi:type="dcterms:W3CDTF">2025-02-14T05:54:00Z</dcterms:created>
  <dcterms:modified xsi:type="dcterms:W3CDTF">2025-12-19T10:18:49Z</dcterms:modified>
</cp:coreProperties>
</file>