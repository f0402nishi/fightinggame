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57" r:id="rId4"/>
    <p:sldId id="267" r:id="rId5"/>
    <p:sldId id="268" r:id="rId6"/>
    <p:sldId id="269" r:id="rId7"/>
    <p:sldId id="271" r:id="rId8"/>
    <p:sldId id="270" r:id="rId9"/>
    <p:sldId id="272" r:id="rId10"/>
    <p:sldId id="273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4764D6-8BC6-6AEE-8602-F9642AA4CD05}" v="699" dt="2025-12-18T18:26:14.1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86" d="100"/>
          <a:sy n="86" d="100"/>
        </p:scale>
        <p:origin x="315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西川 楓真" userId="S::sdt2395gp0016@edu.sca.ac.jp::73045bb8-9ade-40ec-92ac-cafc669feaf0" providerId="AD" clId="Web-{544764D6-8BC6-6AEE-8602-F9642AA4CD05}"/>
    <pc:docChg chg="addSld delSld modSld sldOrd">
      <pc:chgData name="西川 楓真" userId="S::sdt2395gp0016@edu.sca.ac.jp::73045bb8-9ade-40ec-92ac-cafc669feaf0" providerId="AD" clId="Web-{544764D6-8BC6-6AEE-8602-F9642AA4CD05}" dt="2025-12-18T18:26:14.187" v="580"/>
      <pc:docMkLst>
        <pc:docMk/>
      </pc:docMkLst>
      <pc:sldChg chg="del">
        <pc:chgData name="西川 楓真" userId="S::sdt2395gp0016@edu.sca.ac.jp::73045bb8-9ade-40ec-92ac-cafc669feaf0" providerId="AD" clId="Web-{544764D6-8BC6-6AEE-8602-F9642AA4CD05}" dt="2025-12-18T16:39:23.859" v="84"/>
        <pc:sldMkLst>
          <pc:docMk/>
          <pc:sldMk cId="1673219951" sldId="258"/>
        </pc:sldMkLst>
      </pc:sldChg>
      <pc:sldChg chg="del">
        <pc:chgData name="西川 楓真" userId="S::sdt2395gp0016@edu.sca.ac.jp::73045bb8-9ade-40ec-92ac-cafc669feaf0" providerId="AD" clId="Web-{544764D6-8BC6-6AEE-8602-F9642AA4CD05}" dt="2025-12-18T16:39:22.874" v="83"/>
        <pc:sldMkLst>
          <pc:docMk/>
          <pc:sldMk cId="2100573860" sldId="260"/>
        </pc:sldMkLst>
      </pc:sldChg>
      <pc:sldChg chg="del">
        <pc:chgData name="西川 楓真" userId="S::sdt2395gp0016@edu.sca.ac.jp::73045bb8-9ade-40ec-92ac-cafc669feaf0" providerId="AD" clId="Web-{544764D6-8BC6-6AEE-8602-F9642AA4CD05}" dt="2025-12-18T16:39:21.765" v="82"/>
        <pc:sldMkLst>
          <pc:docMk/>
          <pc:sldMk cId="3464825203" sldId="261"/>
        </pc:sldMkLst>
      </pc:sldChg>
      <pc:sldChg chg="del">
        <pc:chgData name="西川 楓真" userId="S::sdt2395gp0016@edu.sca.ac.jp::73045bb8-9ade-40ec-92ac-cafc669feaf0" providerId="AD" clId="Web-{544764D6-8BC6-6AEE-8602-F9642AA4CD05}" dt="2025-12-18T16:39:20.359" v="81"/>
        <pc:sldMkLst>
          <pc:docMk/>
          <pc:sldMk cId="3460234443" sldId="262"/>
        </pc:sldMkLst>
      </pc:sldChg>
      <pc:sldChg chg="del">
        <pc:chgData name="西川 楓真" userId="S::sdt2395gp0016@edu.sca.ac.jp::73045bb8-9ade-40ec-92ac-cafc669feaf0" providerId="AD" clId="Web-{544764D6-8BC6-6AEE-8602-F9642AA4CD05}" dt="2025-12-18T16:39:19.093" v="80"/>
        <pc:sldMkLst>
          <pc:docMk/>
          <pc:sldMk cId="2166365457" sldId="263"/>
        </pc:sldMkLst>
      </pc:sldChg>
      <pc:sldChg chg="addSp delSp modSp">
        <pc:chgData name="西川 楓真" userId="S::sdt2395gp0016@edu.sca.ac.jp::73045bb8-9ade-40ec-92ac-cafc669feaf0" providerId="AD" clId="Web-{544764D6-8BC6-6AEE-8602-F9642AA4CD05}" dt="2025-12-18T16:46:22.088" v="178"/>
        <pc:sldMkLst>
          <pc:docMk/>
          <pc:sldMk cId="2352901465" sldId="270"/>
        </pc:sldMkLst>
        <pc:spChg chg="mod">
          <ac:chgData name="西川 楓真" userId="S::sdt2395gp0016@edu.sca.ac.jp::73045bb8-9ade-40ec-92ac-cafc669feaf0" providerId="AD" clId="Web-{544764D6-8BC6-6AEE-8602-F9642AA4CD05}" dt="2025-12-18T16:35:02.181" v="24" actId="20577"/>
          <ac:spMkLst>
            <pc:docMk/>
            <pc:sldMk cId="2352901465" sldId="270"/>
            <ac:spMk id="3" creationId="{81DC0F0A-1527-4642-A1A0-5BD00B17C73E}"/>
          </ac:spMkLst>
        </pc:spChg>
        <pc:spChg chg="add del mod">
          <ac:chgData name="西川 楓真" userId="S::sdt2395gp0016@edu.sca.ac.jp::73045bb8-9ade-40ec-92ac-cafc669feaf0" providerId="AD" clId="Web-{544764D6-8BC6-6AEE-8602-F9642AA4CD05}" dt="2025-12-18T16:35:46.261" v="28"/>
          <ac:spMkLst>
            <pc:docMk/>
            <pc:sldMk cId="2352901465" sldId="270"/>
            <ac:spMk id="4" creationId="{F0D27FC6-2E09-1F78-AAE7-2B1A739AB683}"/>
          </ac:spMkLst>
        </pc:spChg>
        <pc:spChg chg="add del mod">
          <ac:chgData name="西川 楓真" userId="S::sdt2395gp0016@edu.sca.ac.jp::73045bb8-9ade-40ec-92ac-cafc669feaf0" providerId="AD" clId="Web-{544764D6-8BC6-6AEE-8602-F9642AA4CD05}" dt="2025-12-18T16:42:10.705" v="101"/>
          <ac:spMkLst>
            <pc:docMk/>
            <pc:sldMk cId="2352901465" sldId="270"/>
            <ac:spMk id="5" creationId="{7BC05198-E5C2-06C4-0636-AEAFA1681AF1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6:44:52.723" v="154" actId="14100"/>
          <ac:spMkLst>
            <pc:docMk/>
            <pc:sldMk cId="2352901465" sldId="270"/>
            <ac:spMk id="6" creationId="{6517C78E-A450-51D1-AAB9-50FBC86B7C18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6:44:24.769" v="149" actId="20577"/>
          <ac:spMkLst>
            <pc:docMk/>
            <pc:sldMk cId="2352901465" sldId="270"/>
            <ac:spMk id="7" creationId="{32F7A7DF-79E3-F73A-7431-51BA4C213209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6:44:16.207" v="145" actId="20577"/>
          <ac:spMkLst>
            <pc:docMk/>
            <pc:sldMk cId="2352901465" sldId="270"/>
            <ac:spMk id="8" creationId="{DF6C8FBB-0BB7-41C0-9D72-2B7DE8493FF6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6:45:43.226" v="174" actId="1076"/>
          <ac:spMkLst>
            <pc:docMk/>
            <pc:sldMk cId="2352901465" sldId="270"/>
            <ac:spMk id="10" creationId="{A73C2873-9D29-8085-389E-9CE0C6770ECE}"/>
          </ac:spMkLst>
        </pc:spChg>
        <pc:picChg chg="mod">
          <ac:chgData name="西川 楓真" userId="S::sdt2395gp0016@edu.sca.ac.jp::73045bb8-9ade-40ec-92ac-cafc669feaf0" providerId="AD" clId="Web-{544764D6-8BC6-6AEE-8602-F9642AA4CD05}" dt="2025-12-18T16:36:49.215" v="47" actId="1076"/>
          <ac:picMkLst>
            <pc:docMk/>
            <pc:sldMk cId="2352901465" sldId="270"/>
            <ac:picMk id="9" creationId="{A93330EE-6B8B-4FFC-8E4B-B735DA4812A0}"/>
          </ac:picMkLst>
        </pc:picChg>
        <pc:picChg chg="mod">
          <ac:chgData name="西川 楓真" userId="S::sdt2395gp0016@edu.sca.ac.jp::73045bb8-9ade-40ec-92ac-cafc669feaf0" providerId="AD" clId="Web-{544764D6-8BC6-6AEE-8602-F9642AA4CD05}" dt="2025-12-18T16:40:57.563" v="89" actId="1076"/>
          <ac:picMkLst>
            <pc:docMk/>
            <pc:sldMk cId="2352901465" sldId="270"/>
            <ac:picMk id="11" creationId="{E04B0BCC-12B7-4E53-A05B-B703B1B789F0}"/>
          </ac:picMkLst>
        </pc:picChg>
        <pc:picChg chg="add del mod">
          <ac:chgData name="西川 楓真" userId="S::sdt2395gp0016@edu.sca.ac.jp::73045bb8-9ade-40ec-92ac-cafc669feaf0" providerId="AD" clId="Web-{544764D6-8BC6-6AEE-8602-F9642AA4CD05}" dt="2025-12-18T16:46:22.088" v="178"/>
          <ac:picMkLst>
            <pc:docMk/>
            <pc:sldMk cId="2352901465" sldId="270"/>
            <ac:picMk id="12" creationId="{88416E08-D9FB-2434-53B4-1621F822F717}"/>
          </ac:picMkLst>
        </pc:picChg>
      </pc:sldChg>
      <pc:sldChg chg="addSp delSp modSp add ord replId">
        <pc:chgData name="西川 楓真" userId="S::sdt2395gp0016@edu.sca.ac.jp::73045bb8-9ade-40ec-92ac-cafc669feaf0" providerId="AD" clId="Web-{544764D6-8BC6-6AEE-8602-F9642AA4CD05}" dt="2025-12-18T17:57:35.650" v="388" actId="20577"/>
        <pc:sldMkLst>
          <pc:docMk/>
          <pc:sldMk cId="2682138417" sldId="271"/>
        </pc:sldMkLst>
        <pc:spChg chg="mod">
          <ac:chgData name="西川 楓真" userId="S::sdt2395gp0016@edu.sca.ac.jp::73045bb8-9ade-40ec-92ac-cafc669feaf0" providerId="AD" clId="Web-{544764D6-8BC6-6AEE-8602-F9642AA4CD05}" dt="2025-12-18T17:47:02.365" v="267" actId="1076"/>
          <ac:spMkLst>
            <pc:docMk/>
            <pc:sldMk cId="2682138417" sldId="271"/>
            <ac:spMk id="2" creationId="{F948EF0F-BA2E-3D9C-EFE5-F404BE762142}"/>
          </ac:spMkLst>
        </pc:spChg>
        <pc:spChg chg="mod">
          <ac:chgData name="西川 楓真" userId="S::sdt2395gp0016@edu.sca.ac.jp::73045bb8-9ade-40ec-92ac-cafc669feaf0" providerId="AD" clId="Web-{544764D6-8BC6-6AEE-8602-F9642AA4CD05}" dt="2025-12-18T17:33:33.143" v="246" actId="20577"/>
          <ac:spMkLst>
            <pc:docMk/>
            <pc:sldMk cId="2682138417" sldId="271"/>
            <ac:spMk id="3" creationId="{3A8A0949-2BFA-36B6-88A4-6BD275C3417F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7:47:21.319" v="270" actId="20577"/>
          <ac:spMkLst>
            <pc:docMk/>
            <pc:sldMk cId="2682138417" sldId="271"/>
            <ac:spMk id="5" creationId="{C81615F2-4AF8-7291-742E-66BBC61C795C}"/>
          </ac:spMkLst>
        </pc:spChg>
        <pc:spChg chg="del">
          <ac:chgData name="西川 楓真" userId="S::sdt2395gp0016@edu.sca.ac.jp::73045bb8-9ade-40ec-92ac-cafc669feaf0" providerId="AD" clId="Web-{544764D6-8BC6-6AEE-8602-F9642AA4CD05}" dt="2025-12-18T16:51:43.213" v="185"/>
          <ac:spMkLst>
            <pc:docMk/>
            <pc:sldMk cId="2682138417" sldId="271"/>
            <ac:spMk id="6" creationId="{1BF7B0F8-E5EC-7447-B740-7497E89D474A}"/>
          </ac:spMkLst>
        </pc:spChg>
        <pc:spChg chg="del">
          <ac:chgData name="西川 楓真" userId="S::sdt2395gp0016@edu.sca.ac.jp::73045bb8-9ade-40ec-92ac-cafc669feaf0" providerId="AD" clId="Web-{544764D6-8BC6-6AEE-8602-F9642AA4CD05}" dt="2025-12-18T16:51:37.432" v="183"/>
          <ac:spMkLst>
            <pc:docMk/>
            <pc:sldMk cId="2682138417" sldId="271"/>
            <ac:spMk id="7" creationId="{6A255011-B233-F525-B19C-D6498FAB0F53}"/>
          </ac:spMkLst>
        </pc:spChg>
        <pc:spChg chg="del">
          <ac:chgData name="西川 楓真" userId="S::sdt2395gp0016@edu.sca.ac.jp::73045bb8-9ade-40ec-92ac-cafc669feaf0" providerId="AD" clId="Web-{544764D6-8BC6-6AEE-8602-F9642AA4CD05}" dt="2025-12-18T16:51:40.275" v="184"/>
          <ac:spMkLst>
            <pc:docMk/>
            <pc:sldMk cId="2682138417" sldId="271"/>
            <ac:spMk id="8" creationId="{1565BD8F-69CF-9A70-FAE6-5E836A8441BE}"/>
          </ac:spMkLst>
        </pc:spChg>
        <pc:spChg chg="del">
          <ac:chgData name="西川 楓真" userId="S::sdt2395gp0016@edu.sca.ac.jp::73045bb8-9ade-40ec-92ac-cafc669feaf0" providerId="AD" clId="Web-{544764D6-8BC6-6AEE-8602-F9642AA4CD05}" dt="2025-12-18T16:51:46.322" v="186"/>
          <ac:spMkLst>
            <pc:docMk/>
            <pc:sldMk cId="2682138417" sldId="271"/>
            <ac:spMk id="10" creationId="{73581121-8B5B-2335-7EC2-D75AD54433A7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7:53:48.429" v="321" actId="14100"/>
          <ac:spMkLst>
            <pc:docMk/>
            <pc:sldMk cId="2682138417" sldId="271"/>
            <ac:spMk id="13" creationId="{B3CD38FD-099C-08F0-F076-5A4E6FC871C4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7:54:59.429" v="334" actId="1076"/>
          <ac:spMkLst>
            <pc:docMk/>
            <pc:sldMk cId="2682138417" sldId="271"/>
            <ac:spMk id="14" creationId="{06490069-1184-9722-1270-93E42FF63D5C}"/>
          </ac:spMkLst>
        </pc:spChg>
        <pc:spChg chg="add del mod">
          <ac:chgData name="西川 楓真" userId="S::sdt2395gp0016@edu.sca.ac.jp::73045bb8-9ade-40ec-92ac-cafc669feaf0" providerId="AD" clId="Web-{544764D6-8BC6-6AEE-8602-F9642AA4CD05}" dt="2025-12-18T17:55:41.571" v="347"/>
          <ac:spMkLst>
            <pc:docMk/>
            <pc:sldMk cId="2682138417" sldId="271"/>
            <ac:spMk id="16" creationId="{78F2124F-1274-AB2E-089D-0A9292680A39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7:56:49.712" v="377" actId="1076"/>
          <ac:spMkLst>
            <pc:docMk/>
            <pc:sldMk cId="2682138417" sldId="271"/>
            <ac:spMk id="18" creationId="{1362EEDB-8E98-5B54-F874-D9D0C6081838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7:57:35.650" v="388" actId="20577"/>
          <ac:spMkLst>
            <pc:docMk/>
            <pc:sldMk cId="2682138417" sldId="271"/>
            <ac:spMk id="20" creationId="{6F9E5B8B-C08B-414E-18D4-745A0FD2CF1F}"/>
          </ac:spMkLst>
        </pc:spChg>
        <pc:picChg chg="mod">
          <ac:chgData name="西川 楓真" userId="S::sdt2395gp0016@edu.sca.ac.jp::73045bb8-9ade-40ec-92ac-cafc669feaf0" providerId="AD" clId="Web-{544764D6-8BC6-6AEE-8602-F9642AA4CD05}" dt="2025-12-18T17:57:08.025" v="382" actId="1076"/>
          <ac:picMkLst>
            <pc:docMk/>
            <pc:sldMk cId="2682138417" sldId="271"/>
            <ac:picMk id="9" creationId="{1C117327-97DC-1058-7503-72025617BD17}"/>
          </ac:picMkLst>
        </pc:picChg>
        <pc:picChg chg="del">
          <ac:chgData name="西川 楓真" userId="S::sdt2395gp0016@edu.sca.ac.jp::73045bb8-9ade-40ec-92ac-cafc669feaf0" providerId="AD" clId="Web-{544764D6-8BC6-6AEE-8602-F9642AA4CD05}" dt="2025-12-18T16:51:33.056" v="182"/>
          <ac:picMkLst>
            <pc:docMk/>
            <pc:sldMk cId="2682138417" sldId="271"/>
            <ac:picMk id="11" creationId="{5ABF8922-ABAB-1B38-E8BE-6D11C35A4EEB}"/>
          </ac:picMkLst>
        </pc:picChg>
        <pc:picChg chg="add del">
          <ac:chgData name="西川 楓真" userId="S::sdt2395gp0016@edu.sca.ac.jp::73045bb8-9ade-40ec-92ac-cafc669feaf0" providerId="AD" clId="Web-{544764D6-8BC6-6AEE-8602-F9642AA4CD05}" dt="2025-12-18T17:56:58.290" v="379"/>
          <ac:picMkLst>
            <pc:docMk/>
            <pc:sldMk cId="2682138417" sldId="271"/>
            <ac:picMk id="19" creationId="{AC503217-6817-A218-42A5-78F37EF0376B}"/>
          </ac:picMkLst>
        </pc:picChg>
      </pc:sldChg>
      <pc:sldChg chg="addSp delSp modSp new">
        <pc:chgData name="西川 楓真" userId="S::sdt2395gp0016@edu.sca.ac.jp::73045bb8-9ade-40ec-92ac-cafc669feaf0" providerId="AD" clId="Web-{544764D6-8BC6-6AEE-8602-F9642AA4CD05}" dt="2025-12-18T18:25:44.234" v="577" actId="14100"/>
        <pc:sldMkLst>
          <pc:docMk/>
          <pc:sldMk cId="2264894672" sldId="272"/>
        </pc:sldMkLst>
        <pc:spChg chg="mod">
          <ac:chgData name="西川 楓真" userId="S::sdt2395gp0016@edu.sca.ac.jp::73045bb8-9ade-40ec-92ac-cafc669feaf0" providerId="AD" clId="Web-{544764D6-8BC6-6AEE-8602-F9642AA4CD05}" dt="2025-12-18T18:07:09.634" v="406" actId="20577"/>
          <ac:spMkLst>
            <pc:docMk/>
            <pc:sldMk cId="2264894672" sldId="272"/>
            <ac:spMk id="2" creationId="{5158EFB3-9A7E-49FD-025F-4C3288F22738}"/>
          </ac:spMkLst>
        </pc:spChg>
        <pc:spChg chg="mod">
          <ac:chgData name="西川 楓真" userId="S::sdt2395gp0016@edu.sca.ac.jp::73045bb8-9ade-40ec-92ac-cafc669feaf0" providerId="AD" clId="Web-{544764D6-8BC6-6AEE-8602-F9642AA4CD05}" dt="2025-12-18T18:20:13.215" v="536" actId="20577"/>
          <ac:spMkLst>
            <pc:docMk/>
            <pc:sldMk cId="2264894672" sldId="272"/>
            <ac:spMk id="3" creationId="{784D736B-89AF-ED44-FF58-AC1E2C735A78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8:21:45.294" v="546"/>
          <ac:spMkLst>
            <pc:docMk/>
            <pc:sldMk cId="2264894672" sldId="272"/>
            <ac:spMk id="6" creationId="{7E94E749-9FB2-FDD5-E7B7-E642FE115D89}"/>
          </ac:spMkLst>
        </pc:spChg>
        <pc:spChg chg="add del">
          <ac:chgData name="西川 楓真" userId="S::sdt2395gp0016@edu.sca.ac.jp::73045bb8-9ade-40ec-92ac-cafc669feaf0" providerId="AD" clId="Web-{544764D6-8BC6-6AEE-8602-F9642AA4CD05}" dt="2025-12-18T18:23:22.248" v="548"/>
          <ac:spMkLst>
            <pc:docMk/>
            <pc:sldMk cId="2264894672" sldId="272"/>
            <ac:spMk id="7" creationId="{35B9113C-7023-A496-35D9-50FA69FC92A8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8:24:52.578" v="559" actId="1076"/>
          <ac:spMkLst>
            <pc:docMk/>
            <pc:sldMk cId="2264894672" sldId="272"/>
            <ac:spMk id="8" creationId="{CAA2FEEE-7EFE-B900-59CC-FC814EFD8B6D}"/>
          </ac:spMkLst>
        </pc:spChg>
        <pc:spChg chg="add mod">
          <ac:chgData name="西川 楓真" userId="S::sdt2395gp0016@edu.sca.ac.jp::73045bb8-9ade-40ec-92ac-cafc669feaf0" providerId="AD" clId="Web-{544764D6-8BC6-6AEE-8602-F9642AA4CD05}" dt="2025-12-18T18:25:44.234" v="577" actId="14100"/>
          <ac:spMkLst>
            <pc:docMk/>
            <pc:sldMk cId="2264894672" sldId="272"/>
            <ac:spMk id="9" creationId="{8FD61AC8-7ED0-87CC-7319-0733A6CB71F6}"/>
          </ac:spMkLst>
        </pc:spChg>
        <pc:picChg chg="add ord">
          <ac:chgData name="西川 楓真" userId="S::sdt2395gp0016@edu.sca.ac.jp::73045bb8-9ade-40ec-92ac-cafc669feaf0" providerId="AD" clId="Web-{544764D6-8BC6-6AEE-8602-F9642AA4CD05}" dt="2025-12-18T17:58:47.228" v="391"/>
          <ac:picMkLst>
            <pc:docMk/>
            <pc:sldMk cId="2264894672" sldId="272"/>
            <ac:picMk id="5" creationId="{97BBC640-A06E-E007-9B08-853C8E29298F}"/>
          </ac:picMkLst>
        </pc:picChg>
      </pc:sldChg>
      <pc:sldChg chg="addSp modSp new">
        <pc:chgData name="西川 楓真" userId="S::sdt2395gp0016@edu.sca.ac.jp::73045bb8-9ade-40ec-92ac-cafc669feaf0" providerId="AD" clId="Web-{544764D6-8BC6-6AEE-8602-F9642AA4CD05}" dt="2025-12-18T18:26:14.187" v="580"/>
        <pc:sldMkLst>
          <pc:docMk/>
          <pc:sldMk cId="1868734530" sldId="273"/>
        </pc:sldMkLst>
        <pc:picChg chg="add ord">
          <ac:chgData name="西川 楓真" userId="S::sdt2395gp0016@edu.sca.ac.jp::73045bb8-9ade-40ec-92ac-cafc669feaf0" providerId="AD" clId="Web-{544764D6-8BC6-6AEE-8602-F9642AA4CD05}" dt="2025-12-18T18:26:14.187" v="580"/>
          <ac:picMkLst>
            <pc:docMk/>
            <pc:sldMk cId="1868734530" sldId="273"/>
            <ac:picMk id="5" creationId="{E037A573-C913-A590-F97A-E29A6D66B67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584BE7-E700-425B-B482-0521E0E643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1A433C-7B3D-44A3-86F1-A61C08837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38A2E7-35BA-4200-827E-1FC47D74F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90EA19-CD38-41D6-B313-CEAD4A17B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785F0B-5674-41C7-B890-F41D05C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6490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F4EA03-2CD1-4EF9-905E-E7401045A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056886-5328-4B9E-A1A2-8D01042D4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2F7EEA-D7FC-435E-902B-541547020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484B5D-9C65-4A2B-A40C-8FF064F57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241E1F-F0BF-4602-BDE6-5D90AC5C7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519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FCB4C7-3394-4B23-933D-AC5570588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E46B2CE-31D4-4294-847C-F8F6C22038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0B1EE-CE8E-4DDC-829B-EFA9DF1B2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8E3FDB-CF42-465F-A490-47ED98570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12EC8B-5B4D-472E-9D64-23A2E36E3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9958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0DE98A-598A-448C-878E-373BABE2E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8E5311-607D-4951-BBA8-7C59D651E0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0EB79B0-C8FA-4B7F-AA13-9C1F2A69CE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2A226EF-9280-47F5-81AA-CF15FEF94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FFDF05-9F2F-4758-9CFD-B86607BC5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B31E6-50FB-4E45-869A-0B1083DB2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4040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B794E2-662F-42E4-964B-A18F37602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99835C-B3BF-4EC9-BDD2-65084285A3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10DF07-CB01-4E54-BACE-7F8D9EC314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BA8C5D5-AC2B-405A-86D3-F35A6ECF4C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14D55F4-7924-49EE-9509-2A03AB6A76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B81D9C-7076-47D5-8A4E-9EC713DC0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93B2C06-87C7-4DD7-A33B-ABCC53187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D581FE-1DFB-447D-92C8-1BB976D6A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320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0399DA-7A75-4DBD-8BCD-4D78EE15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B4F2469-9074-4D85-903E-F74915616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C6E96C4-E0CA-4E83-868F-00460A0F5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0CCF004-D557-47E9-9A89-030AFDC68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0620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A2EC5CE-1394-4E5F-96FE-FBB28A108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BFBE42-0B40-41C8-9790-4BEC74EE0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A8B1B3D-D402-487B-9B7A-B13176846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8681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7A51E6-6727-4493-85D8-36CF3A1A3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0E0693-E313-4541-9EF8-63B9B35023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E40A012-93E5-46E0-BF98-08B9C4993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6B4F8D2-1141-4CEE-BBF3-FF9004D24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3AB5FB-45F8-4C40-AAF5-2A446BA9C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6722A0-934E-410B-967E-10ACB14F4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583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325BD0-CE2A-430C-8A39-CF61F07C9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2255FEA-302F-43C4-B79B-0C6B18AE2B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66F8F0A-6BA5-44E7-88C5-AF08404D85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418C806-B0F5-43FF-A5DB-D43347F8F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5AF035-E0D1-4EFD-87A7-B8837E4E4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830F83-EC13-4759-8D11-DEAC19444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8976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886BB0-6A59-4E8E-9AA3-3A8FBF9CA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6D15106-6A03-463E-A9CA-E124215222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0D8E1B-2085-4EE6-B7A7-B58021A8A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94DF37-5280-4299-9DC2-0EAAD537B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787E3B-B496-4EC4-9F7B-EDD0D5C6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5697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05BDB68-D9B3-44D2-8A46-4E6112A96D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72369CE-0BD0-4ECE-BB28-BA830A2467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AB1618-613A-4F40-8DC9-7D0DC4A04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5D7767-C836-4241-BDC3-CBF303664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A4CF2D-2896-413D-BA5F-62261FABE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64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8DAA168-2654-4BB2-9AB0-EAE85B8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88B6FA-609C-4FE2-96BB-478FA3FB5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3A36A6-E5D4-474B-9D6D-4161CDBC91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3DFB27-A473-4C82-9157-45B838AE13E7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72EBD-6DD3-4DEE-AF2C-6139A1A628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61B3DF-06BE-4968-AC9E-618F77E3F6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33F0CC-3894-4491-B857-8D6535416C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978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4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4.png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7407154-B6A2-42EB-890E-AC89B3A42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EE01B82-90A7-4878-8F8D-31804212C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0"/>
            <a:ext cx="12191999" cy="1087821"/>
          </a:xfrm>
        </p:spPr>
        <p:txBody>
          <a:bodyPr>
            <a:normAutofit/>
          </a:bodyPr>
          <a:lstStyle/>
          <a:p>
            <a:pPr algn="just"/>
            <a:r>
              <a:rPr lang="ja-JP" altLang="en-US" sz="4000" dirty="0">
                <a:solidFill>
                  <a:schemeClr val="bg1"/>
                </a:solidFill>
              </a:rPr>
              <a:t>　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3D04860-05CF-49A0-A840-DA7970165E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087821"/>
            <a:ext cx="12192000" cy="5770179"/>
          </a:xfrm>
        </p:spPr>
        <p:txBody>
          <a:bodyPr/>
          <a:lstStyle/>
          <a:p>
            <a:pPr algn="l"/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ja-JP" altLang="en-US" dirty="0">
                <a:solidFill>
                  <a:schemeClr val="bg1"/>
                </a:solidFill>
              </a:rPr>
              <a:t>　　概要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br>
              <a:rPr lang="en-US" altLang="ja-JP" dirty="0">
                <a:solidFill>
                  <a:schemeClr val="bg1"/>
                </a:solidFill>
              </a:rPr>
            </a:br>
            <a:r>
              <a:rPr lang="ja-JP" altLang="en-US" dirty="0">
                <a:solidFill>
                  <a:schemeClr val="bg1"/>
                </a:solidFill>
              </a:rPr>
              <a:t>　　➣ ジャンル</a:t>
            </a:r>
            <a:r>
              <a:rPr kumimoji="1" lang="ja-JP" altLang="en-US" dirty="0">
                <a:solidFill>
                  <a:schemeClr val="bg1"/>
                </a:solidFill>
              </a:rPr>
              <a:t>：</a:t>
            </a:r>
            <a:r>
              <a:rPr lang="ja-JP" altLang="en-US" dirty="0"/>
              <a:t> </a:t>
            </a:r>
            <a:r>
              <a:rPr lang="ja-JP" altLang="en-US" dirty="0">
                <a:solidFill>
                  <a:schemeClr val="bg1"/>
                </a:solidFill>
              </a:rPr>
              <a:t>対戦型格闘ゲーム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ja-JP" altLang="en-US" dirty="0">
                <a:solidFill>
                  <a:schemeClr val="bg1"/>
                </a:solidFill>
              </a:rPr>
              <a:t>　　➣ プラットフォーム：</a:t>
            </a:r>
            <a:r>
              <a:rPr lang="en-US" altLang="ja-JP" dirty="0">
                <a:solidFill>
                  <a:schemeClr val="bg1"/>
                </a:solidFill>
              </a:rPr>
              <a:t>Windows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開発環境：</a:t>
            </a:r>
            <a:r>
              <a:rPr lang="en-US" altLang="ja-JP" dirty="0">
                <a:solidFill>
                  <a:schemeClr val="bg1"/>
                </a:solidFill>
              </a:rPr>
              <a:t>Visual Studio 2022</a:t>
            </a:r>
            <a:r>
              <a:rPr lang="ja-JP" altLang="en-US" dirty="0">
                <a:solidFill>
                  <a:schemeClr val="bg1"/>
                </a:solidFill>
              </a:rPr>
              <a:t>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en-US" altLang="ja-JP" dirty="0">
                <a:solidFill>
                  <a:schemeClr val="bg1"/>
                </a:solidFill>
              </a:rPr>
              <a:t>		</a:t>
            </a:r>
            <a:r>
              <a:rPr lang="ja-JP" altLang="en-US" dirty="0">
                <a:solidFill>
                  <a:schemeClr val="bg1"/>
                </a:solidFill>
              </a:rPr>
              <a:t>　　 </a:t>
            </a:r>
            <a:r>
              <a:rPr lang="en-US" altLang="ja-JP" dirty="0">
                <a:solidFill>
                  <a:schemeClr val="bg1"/>
                </a:solidFill>
              </a:rPr>
              <a:t>DX</a:t>
            </a:r>
            <a:r>
              <a:rPr lang="ja-JP" altLang="en-US" dirty="0">
                <a:solidFill>
                  <a:schemeClr val="bg1"/>
                </a:solidFill>
              </a:rPr>
              <a:t>ライブラリ（</a:t>
            </a:r>
            <a:r>
              <a:rPr lang="en-US" altLang="ja-JP" dirty="0">
                <a:solidFill>
                  <a:schemeClr val="bg1"/>
                </a:solidFill>
              </a:rPr>
              <a:t>DirectX</a:t>
            </a:r>
            <a:r>
              <a:rPr lang="ja-JP" altLang="en-US" dirty="0">
                <a:solidFill>
                  <a:schemeClr val="bg1"/>
                </a:solidFill>
              </a:rPr>
              <a:t>をより扱いやすくしたライブラリ）、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en-US" altLang="ja-JP" dirty="0">
                <a:solidFill>
                  <a:schemeClr val="bg1"/>
                </a:solidFill>
              </a:rPr>
              <a:t>		</a:t>
            </a:r>
            <a:r>
              <a:rPr lang="ja-JP" altLang="en-US" dirty="0">
                <a:solidFill>
                  <a:schemeClr val="bg1"/>
                </a:solidFill>
              </a:rPr>
              <a:t>　　 </a:t>
            </a:r>
            <a:r>
              <a:rPr lang="en-US" altLang="ja-JP" dirty="0" err="1">
                <a:solidFill>
                  <a:schemeClr val="bg1"/>
                </a:solidFill>
              </a:rPr>
              <a:t>CoG</a:t>
            </a:r>
            <a:r>
              <a:rPr lang="ja-JP" altLang="en-US" dirty="0">
                <a:solidFill>
                  <a:schemeClr val="bg1"/>
                </a:solidFill>
              </a:rPr>
              <a:t>フレームワーク（</a:t>
            </a:r>
            <a:r>
              <a:rPr lang="en-US" altLang="ja-JP" sz="1800" dirty="0">
                <a:solidFill>
                  <a:schemeClr val="bg1"/>
                </a:solidFill>
              </a:rPr>
              <a:t>DX</a:t>
            </a:r>
            <a:r>
              <a:rPr lang="ja-JP" altLang="en-US" sz="1800" dirty="0">
                <a:solidFill>
                  <a:schemeClr val="bg1"/>
                </a:solidFill>
              </a:rPr>
              <a:t>ライブラリをさらに扱いやすくまとめたフレームワーク</a:t>
            </a:r>
            <a:r>
              <a:rPr lang="ja-JP" altLang="en-US" dirty="0">
                <a:solidFill>
                  <a:schemeClr val="bg1"/>
                </a:solidFill>
              </a:rPr>
              <a:t>）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使用言語：</a:t>
            </a:r>
            <a:r>
              <a:rPr kumimoji="1" lang="en-US" altLang="ja-JP" dirty="0">
                <a:solidFill>
                  <a:schemeClr val="bg1"/>
                </a:solidFill>
              </a:rPr>
              <a:t>C++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制作期間：</a:t>
            </a:r>
            <a:r>
              <a:rPr kumimoji="1" lang="en-US" altLang="ja-JP" dirty="0">
                <a:solidFill>
                  <a:schemeClr val="bg1"/>
                </a:solidFill>
              </a:rPr>
              <a:t>2025/4 ~ 2025/11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dirty="0">
                <a:solidFill>
                  <a:schemeClr val="bg1"/>
                </a:solidFill>
              </a:rPr>
              <a:t>　　➣ 制作人数：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人</a:t>
            </a:r>
            <a:endParaRPr kumimoji="1" lang="en-US" altLang="ja-JP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481ADB3-DD13-4633-AADB-A16369483C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31" y="0"/>
            <a:ext cx="4082372" cy="131466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12797FA8-5603-4FFB-9DFF-899032EEA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0009" y="80788"/>
            <a:ext cx="6585283" cy="1153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021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C9E160C0-10C0-4409-AE3E-613249A15F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ECA17D6-EC72-4D71-9740-3DAC16133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77" y="839516"/>
            <a:ext cx="7725102" cy="2963918"/>
          </a:xfrm>
        </p:spPr>
        <p:txBody>
          <a:bodyPr anchor="t">
            <a:norm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</a:rPr>
              <a:t>【</a:t>
            </a:r>
            <a:r>
              <a:rPr kumimoji="1" lang="ja-JP" altLang="en-US" sz="2400" dirty="0">
                <a:solidFill>
                  <a:schemeClr val="bg1"/>
                </a:solidFill>
              </a:rPr>
              <a:t>ゲーム内容</a:t>
            </a:r>
            <a:r>
              <a:rPr kumimoji="1" lang="en-US" altLang="ja-JP" sz="2400" dirty="0">
                <a:solidFill>
                  <a:schemeClr val="bg1"/>
                </a:solidFill>
              </a:rPr>
              <a:t>】</a:t>
            </a:r>
            <a:br>
              <a:rPr kumimoji="1" lang="en-US" altLang="ja-JP" sz="1800" dirty="0">
                <a:solidFill>
                  <a:schemeClr val="bg1"/>
                </a:solidFill>
              </a:rPr>
            </a:br>
            <a:br>
              <a:rPr kumimoji="1" lang="en-US" altLang="ja-JP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プレイヤーはメカキャラクターを操作して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対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で戦う</a:t>
            </a:r>
            <a:r>
              <a:rPr lang="en-US" altLang="ja-JP" sz="1800" dirty="0">
                <a:solidFill>
                  <a:schemeClr val="bg1"/>
                </a:solidFill>
              </a:rPr>
              <a:t>2D</a:t>
            </a:r>
            <a:r>
              <a:rPr lang="ja-JP" altLang="en-US" sz="1800" dirty="0">
                <a:solidFill>
                  <a:schemeClr val="bg1"/>
                </a:solidFill>
              </a:rPr>
              <a:t>格闘ゲームです。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攻撃は「パンチ（弱・中・強）」と「キック（弱・中・強）」の全</a:t>
            </a:r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 dirty="0">
                <a:solidFill>
                  <a:schemeClr val="bg1"/>
                </a:solidFill>
              </a:rPr>
              <a:t>種類　　　があり、攻撃の強さによって威力や発生速度が変化します。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相手の</a:t>
            </a:r>
            <a:r>
              <a:rPr lang="en-US" altLang="ja-JP" sz="1800" dirty="0">
                <a:solidFill>
                  <a:schemeClr val="bg1"/>
                </a:solidFill>
              </a:rPr>
              <a:t>HP</a:t>
            </a:r>
            <a:r>
              <a:rPr lang="ja-JP" altLang="en-US" sz="1800" dirty="0">
                <a:solidFill>
                  <a:schemeClr val="bg1"/>
                </a:solidFill>
              </a:rPr>
              <a:t>を</a:t>
            </a:r>
            <a:r>
              <a:rPr lang="en-US" altLang="ja-JP" sz="1800" dirty="0">
                <a:solidFill>
                  <a:schemeClr val="bg1"/>
                </a:solidFill>
              </a:rPr>
              <a:t>0</a:t>
            </a:r>
            <a:r>
              <a:rPr lang="ja-JP" altLang="en-US" sz="1800" dirty="0">
                <a:solidFill>
                  <a:schemeClr val="bg1"/>
                </a:solidFill>
              </a:rPr>
              <a:t>にすると勝利となります。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キャラクターは</a:t>
            </a:r>
            <a:r>
              <a:rPr lang="en-US" altLang="ja-JP" sz="1800" dirty="0">
                <a:solidFill>
                  <a:schemeClr val="bg1"/>
                </a:solidFill>
              </a:rPr>
              <a:t>1</a:t>
            </a:r>
            <a:r>
              <a:rPr lang="ja-JP" altLang="en-US" sz="1800" dirty="0">
                <a:solidFill>
                  <a:schemeClr val="bg1"/>
                </a:solidFill>
              </a:rPr>
              <a:t>種類のみですが、攻撃の組み合わせや距離の取り方で多彩な戦い方ができます。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en-US" altLang="ja-JP" sz="1800" dirty="0">
                <a:solidFill>
                  <a:schemeClr val="bg1"/>
                </a:solidFill>
              </a:rPr>
              <a:t>HP</a:t>
            </a:r>
            <a:r>
              <a:rPr lang="ja-JP" altLang="en-US" sz="1800" dirty="0">
                <a:solidFill>
                  <a:schemeClr val="bg1"/>
                </a:solidFill>
              </a:rPr>
              <a:t>バーは画面上部に固定表示され、操作のテンポや打撃感を重視したバトルを目指しました。</a:t>
            </a:r>
            <a:endParaRPr kumimoji="1" lang="ja-JP" altLang="en-US" sz="1800" dirty="0">
              <a:solidFill>
                <a:schemeClr val="bg1"/>
              </a:solidFill>
            </a:endParaRP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C26F9C28-2BFA-4D04-A864-32FDAF3A1932}"/>
              </a:ext>
            </a:extLst>
          </p:cNvPr>
          <p:cNvSpPr txBox="1">
            <a:spLocks/>
          </p:cNvSpPr>
          <p:nvPr/>
        </p:nvSpPr>
        <p:spPr>
          <a:xfrm>
            <a:off x="331077" y="3968970"/>
            <a:ext cx="7859109" cy="21756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400" dirty="0">
                <a:solidFill>
                  <a:schemeClr val="bg1"/>
                </a:solidFill>
              </a:rPr>
              <a:t>【</a:t>
            </a:r>
            <a:r>
              <a:rPr lang="ja-JP" altLang="en-US" sz="2400" dirty="0">
                <a:solidFill>
                  <a:schemeClr val="bg1"/>
                </a:solidFill>
              </a:rPr>
              <a:t>制作意図</a:t>
            </a:r>
            <a:r>
              <a:rPr lang="en-US" altLang="ja-JP" sz="2400" dirty="0">
                <a:solidFill>
                  <a:schemeClr val="bg1"/>
                </a:solidFill>
              </a:rPr>
              <a:t>】</a:t>
            </a:r>
            <a:br>
              <a:rPr lang="en-US" altLang="ja-JP" sz="1800" dirty="0">
                <a:solidFill>
                  <a:schemeClr val="bg1"/>
                </a:solidFill>
              </a:rPr>
            </a:br>
            <a:br>
              <a:rPr lang="en-US" altLang="ja-JP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格闘ゲームは、当たり判定やフレーム処理など、プログラム面で高い精度が求められるジャンルです。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ja-JP" altLang="en-US" sz="1800" dirty="0">
                <a:solidFill>
                  <a:schemeClr val="bg1"/>
                </a:solidFill>
              </a:rPr>
              <a:t>その複雑なシステムを一から自作することで、ゲームの設計や構造をより深く理解できると考え、制作しました。</a:t>
            </a:r>
            <a:br>
              <a:rPr lang="ja-JP" altLang="en-US" sz="1800" dirty="0">
                <a:solidFill>
                  <a:schemeClr val="bg1"/>
                </a:solidFill>
              </a:rPr>
            </a:br>
            <a:r>
              <a:rPr lang="en-US" altLang="ja-JP" sz="1800" dirty="0">
                <a:solidFill>
                  <a:schemeClr val="bg1"/>
                </a:solidFill>
              </a:rPr>
              <a:t>3</a:t>
            </a:r>
            <a:r>
              <a:rPr lang="ja-JP" altLang="en-US" sz="1800" dirty="0">
                <a:solidFill>
                  <a:schemeClr val="bg1"/>
                </a:solidFill>
              </a:rPr>
              <a:t>年間の集大成として、</a:t>
            </a:r>
            <a:r>
              <a:rPr lang="en-US" altLang="ja-JP" sz="1800" dirty="0">
                <a:solidFill>
                  <a:schemeClr val="bg1"/>
                </a:solidFill>
              </a:rPr>
              <a:t>C++</a:t>
            </a:r>
            <a:r>
              <a:rPr lang="ja-JP" altLang="en-US" sz="1800" dirty="0">
                <a:solidFill>
                  <a:schemeClr val="bg1"/>
                </a:solidFill>
              </a:rPr>
              <a:t>と</a:t>
            </a:r>
            <a:r>
              <a:rPr lang="en-US" altLang="ja-JP" sz="1800" dirty="0" err="1">
                <a:solidFill>
                  <a:schemeClr val="bg1"/>
                </a:solidFill>
              </a:rPr>
              <a:t>DxLib</a:t>
            </a:r>
            <a:r>
              <a:rPr lang="ja-JP" altLang="en-US" sz="1800" dirty="0">
                <a:solidFill>
                  <a:schemeClr val="bg1"/>
                </a:solidFill>
              </a:rPr>
              <a:t>を用い、エンジンに頼らない実装力を試しました。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B3BFE7F-FFA5-4995-9450-A9FDC8A813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6178" y="960055"/>
            <a:ext cx="3723290" cy="232705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C12FD31-E6C0-4639-BA9A-438C243F18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0999" y="3968970"/>
            <a:ext cx="3723290" cy="232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92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171048D-035D-411F-99B6-8938408D0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0455"/>
            <a:ext cx="12246141" cy="688845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0EE238F-FB2D-4A9B-BAF0-5E250B245B05}"/>
              </a:ext>
            </a:extLst>
          </p:cNvPr>
          <p:cNvSpPr txBox="1"/>
          <p:nvPr/>
        </p:nvSpPr>
        <p:spPr>
          <a:xfrm>
            <a:off x="971860" y="1720840"/>
            <a:ext cx="591407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キーボードコマンド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・左移動　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・右移動　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・パンチ弱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39E2AC6-25FF-4C71-A9FD-32E00FA4E5AF}"/>
              </a:ext>
            </a:extLst>
          </p:cNvPr>
          <p:cNvSpPr txBox="1"/>
          <p:nvPr/>
        </p:nvSpPr>
        <p:spPr>
          <a:xfrm>
            <a:off x="6123070" y="1503802"/>
            <a:ext cx="45667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トレーニング専用コマンド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・オプション：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・モード切替：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B4B2347-92CB-42D1-80C5-9B9B8D8DF1D2}"/>
              </a:ext>
            </a:extLst>
          </p:cNvPr>
          <p:cNvSpPr txBox="1"/>
          <p:nvPr/>
        </p:nvSpPr>
        <p:spPr>
          <a:xfrm>
            <a:off x="6096000" y="3301114"/>
            <a:ext cx="456674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選択コマンド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</a:t>
            </a:r>
            <a:r>
              <a:rPr lang="en-US" altLang="ja-JP" dirty="0">
                <a:solidFill>
                  <a:schemeClr val="bg1"/>
                </a:solidFill>
              </a:rPr>
              <a:t>UI</a:t>
            </a:r>
            <a:r>
              <a:rPr lang="ja-JP" altLang="en-US" dirty="0">
                <a:solidFill>
                  <a:schemeClr val="bg1"/>
                </a:solidFill>
              </a:rPr>
              <a:t>の移動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・決定＆解除：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・タイトルへ：</a:t>
            </a:r>
            <a:br>
              <a:rPr lang="en-US" altLang="ja-JP" dirty="0">
                <a:solidFill>
                  <a:schemeClr val="bg1"/>
                </a:solidFill>
                <a:latin typeface="+mn-ea"/>
              </a:rPr>
            </a:br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・ゲーム終了：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46F406E-6800-42C8-A3AF-63C86E852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952" y="386238"/>
            <a:ext cx="10515600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キーボード操作方法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E82BDA5-EEDF-46F4-8640-50886797BF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2117251"/>
            <a:ext cx="575913" cy="575913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5D8F309-FDDB-4CCC-BBF2-641413C726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2702203"/>
            <a:ext cx="575913" cy="575913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70CF7899-83B9-422B-B8B0-5DE161FFC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3264477"/>
            <a:ext cx="575913" cy="575913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54C847E7-6AAB-43B9-8AFA-CC307249C5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8794" y="3794827"/>
            <a:ext cx="575913" cy="575913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2D099652-A0FA-4C5A-AC8D-42E2FB23F5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614" y="4363252"/>
            <a:ext cx="562274" cy="562274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C64C02C5-E57B-4843-B3AC-B09BF133A9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305" y="2117250"/>
            <a:ext cx="535398" cy="575913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CBDD5CC7-76E4-4978-945E-DF1A3976CDE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9305" y="2702202"/>
            <a:ext cx="575913" cy="575913"/>
          </a:xfrm>
          <a:prstGeom prst="rect">
            <a:avLst/>
          </a:prstGeom>
        </p:spPr>
      </p:pic>
      <p:pic>
        <p:nvPicPr>
          <p:cNvPr id="26" name="図 25">
            <a:extLst>
              <a:ext uri="{FF2B5EF4-FFF2-40B4-BE49-F238E27FC236}">
                <a16:creationId xmlns:a16="http://schemas.microsoft.com/office/drawing/2014/main" id="{1B3F6DC4-B28F-4E72-9444-0AF6F497B57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646" y="3260427"/>
            <a:ext cx="530351" cy="575913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04DA076-61B8-4C0C-8942-1F0EA0BA2DCA}"/>
              </a:ext>
            </a:extLst>
          </p:cNvPr>
          <p:cNvSpPr txBox="1"/>
          <p:nvPr/>
        </p:nvSpPr>
        <p:spPr>
          <a:xfrm>
            <a:off x="3615165" y="2279065"/>
            <a:ext cx="20224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・キック弱：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・ガード　：</a:t>
            </a:r>
            <a:endParaRPr lang="en-US" altLang="ja-JP" dirty="0">
              <a:solidFill>
                <a:schemeClr val="bg1"/>
              </a:solidFill>
            </a:endParaRPr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6ED642A9-ADF2-4C33-9D4D-B87BC566D54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994" y="3826876"/>
            <a:ext cx="517057" cy="517057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4C5E9DBC-BF03-46A4-A506-8ECA7AFEFF0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3879" y="4986347"/>
            <a:ext cx="735701" cy="735701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0089D42-A4F8-4DB3-82E6-E7A9A88A69E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997" y="2484578"/>
            <a:ext cx="643160" cy="643160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986218ED-5CEF-4BE8-8F31-B5725E81D94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70" y="3646855"/>
            <a:ext cx="663535" cy="663535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BA843374-2646-4428-AD8C-E8E8FCB98FA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9963" y="3646856"/>
            <a:ext cx="663534" cy="663534"/>
          </a:xfrm>
          <a:prstGeom prst="rect">
            <a:avLst/>
          </a:prstGeom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A4A08B59-8EF0-4DE4-A86B-081CFED60A0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5054" y="3646854"/>
            <a:ext cx="663535" cy="663535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BB47DAD2-BDDD-4BEF-A343-B23ED1D99E1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589" y="3646855"/>
            <a:ext cx="663534" cy="663534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DF4098DD-5A9C-4D24-B6EF-89226EB2FB2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997" y="4417726"/>
            <a:ext cx="625278" cy="625278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8F7C966E-3804-4F78-876A-0218CC492D27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8517" y="5684346"/>
            <a:ext cx="586426" cy="586426"/>
          </a:xfrm>
          <a:prstGeom prst="rect">
            <a:avLst/>
          </a:prstGeom>
        </p:spPr>
      </p:pic>
      <p:pic>
        <p:nvPicPr>
          <p:cNvPr id="48" name="図 47">
            <a:extLst>
              <a:ext uri="{FF2B5EF4-FFF2-40B4-BE49-F238E27FC236}">
                <a16:creationId xmlns:a16="http://schemas.microsoft.com/office/drawing/2014/main" id="{5D4B9ADB-A276-49C2-86BA-FB7C251124B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767" y="1722873"/>
            <a:ext cx="911995" cy="911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840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171048D-035D-411F-99B6-8938408D0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394" y="-15228"/>
            <a:ext cx="12246141" cy="6888455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646F406E-6800-42C8-A3AF-63C86E852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952" y="386238"/>
            <a:ext cx="10515600" cy="1325563"/>
          </a:xfrm>
        </p:spPr>
        <p:txBody>
          <a:bodyPr/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ゲームパッド</a:t>
            </a:r>
            <a:r>
              <a:rPr kumimoji="1" lang="ja-JP" altLang="en-US" dirty="0">
                <a:solidFill>
                  <a:schemeClr val="bg1"/>
                </a:solidFill>
              </a:rPr>
              <a:t>操作方法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FA20AF2-CDB0-4DC3-AA69-573B362A4EA4}"/>
              </a:ext>
            </a:extLst>
          </p:cNvPr>
          <p:cNvSpPr txBox="1"/>
          <p:nvPr/>
        </p:nvSpPr>
        <p:spPr>
          <a:xfrm>
            <a:off x="585952" y="1711800"/>
            <a:ext cx="320565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ゲームパッドコマンド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・移動　　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・パンチ弱：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・キック弱：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中：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強：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・ガード　：</a:t>
            </a:r>
            <a:endParaRPr lang="en-US" altLang="ja-JP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39E2AC6-25FF-4C71-A9FD-32E00FA4E5AF}"/>
              </a:ext>
            </a:extLst>
          </p:cNvPr>
          <p:cNvSpPr txBox="1"/>
          <p:nvPr/>
        </p:nvSpPr>
        <p:spPr>
          <a:xfrm>
            <a:off x="4091153" y="1711800"/>
            <a:ext cx="45667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トレーニング専用コマンド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・オプション：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・モード切替：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6DCC9C-7B0B-45A2-97C7-6AE6A0824091}"/>
              </a:ext>
            </a:extLst>
          </p:cNvPr>
          <p:cNvSpPr txBox="1"/>
          <p:nvPr/>
        </p:nvSpPr>
        <p:spPr>
          <a:xfrm>
            <a:off x="4091153" y="3391874"/>
            <a:ext cx="456674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選択コマンド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</a:p>
          <a:p>
            <a:endParaRPr lang="en-US" altLang="ja-JP" dirty="0">
              <a:solidFill>
                <a:schemeClr val="bg1"/>
              </a:solidFill>
            </a:endParaRPr>
          </a:p>
          <a:p>
            <a:r>
              <a:rPr lang="ja-JP" altLang="en-US" dirty="0">
                <a:solidFill>
                  <a:schemeClr val="bg1"/>
                </a:solidFill>
              </a:rPr>
              <a:t>・</a:t>
            </a:r>
            <a:r>
              <a:rPr lang="en-US" altLang="ja-JP" dirty="0">
                <a:solidFill>
                  <a:schemeClr val="bg1"/>
                </a:solidFill>
              </a:rPr>
              <a:t>UI</a:t>
            </a:r>
            <a:r>
              <a:rPr lang="ja-JP" altLang="en-US" dirty="0">
                <a:solidFill>
                  <a:schemeClr val="bg1"/>
                </a:solidFill>
              </a:rPr>
              <a:t>の移動</a:t>
            </a:r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：</a:t>
            </a:r>
            <a:endParaRPr lang="en-US" altLang="ja-JP" dirty="0">
              <a:solidFill>
                <a:schemeClr val="bg1"/>
              </a:solidFill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・コマンド一覧　：</a:t>
            </a:r>
            <a:endParaRPr lang="en-US" altLang="ja-JP" sz="1800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・決定＆解除</a:t>
            </a:r>
            <a:r>
              <a:rPr lang="en-US" altLang="ja-JP" dirty="0">
                <a:solidFill>
                  <a:schemeClr val="bg1"/>
                </a:solidFill>
                <a:latin typeface="+mn-ea"/>
              </a:rPr>
              <a:t>	</a:t>
            </a:r>
            <a:r>
              <a:rPr lang="ja-JP" altLang="en-US" dirty="0">
                <a:solidFill>
                  <a:schemeClr val="bg1"/>
                </a:solidFill>
                <a:latin typeface="+mn-ea"/>
              </a:rPr>
              <a:t>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endParaRPr lang="en-US" altLang="ja-JP" dirty="0">
              <a:solidFill>
                <a:schemeClr val="bg1"/>
              </a:solidFill>
              <a:latin typeface="+mn-ea"/>
            </a:endParaRPr>
          </a:p>
          <a:p>
            <a:r>
              <a:rPr lang="ja-JP" altLang="en-US" dirty="0">
                <a:solidFill>
                  <a:schemeClr val="bg1"/>
                </a:solidFill>
                <a:latin typeface="+mn-ea"/>
              </a:rPr>
              <a:t>・タイトルへ＆ゲーム終了：</a:t>
            </a:r>
            <a:endParaRPr lang="en-US" altLang="ja-JP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F117836F-459E-4722-8AF2-DF87775D62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766" y="4350536"/>
            <a:ext cx="609600" cy="6096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41FF53A-8457-4EFF-B4B0-D6F331905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682" y="2671861"/>
            <a:ext cx="609600" cy="6096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076A51AF-D1B4-4351-BDAC-FBB902CC8B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6486" y="2116768"/>
            <a:ext cx="609600" cy="609600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3B6504E1-94BA-4F0E-88D5-92BCC9D244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671" y="5419355"/>
            <a:ext cx="609600" cy="609600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21F04B4C-F19D-40EB-B06D-8E2FC515A0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778" y="5966235"/>
            <a:ext cx="609600" cy="609600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95625F16-5C32-4B73-805C-C0E54F896EC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6486" y="2702599"/>
            <a:ext cx="609600" cy="609600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D1EA2457-EFB7-448D-A62D-FFA3EF83C11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766" y="3235576"/>
            <a:ext cx="609600" cy="609600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A9665FB-B4A0-4C19-A716-A88719AA1E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7766" y="3799291"/>
            <a:ext cx="609600" cy="609600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7858441D-0BC6-48E7-B121-7E0BA62C88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779" y="4868110"/>
            <a:ext cx="609600" cy="609600"/>
          </a:xfrm>
          <a:prstGeom prst="rect">
            <a:avLst/>
          </a:prstGeom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9E667BAC-1EAB-4CE3-96E0-2B957971266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8778" y="5419355"/>
            <a:ext cx="609600" cy="609600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085A033A-4A7A-4EA4-B79C-C0E9D3671F9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682" y="2100426"/>
            <a:ext cx="609600" cy="609600"/>
          </a:xfrm>
          <a:prstGeom prst="rect">
            <a:avLst/>
          </a:prstGeom>
        </p:spPr>
      </p:pic>
      <p:pic>
        <p:nvPicPr>
          <p:cNvPr id="43" name="図 42">
            <a:extLst>
              <a:ext uri="{FF2B5EF4-FFF2-40B4-BE49-F238E27FC236}">
                <a16:creationId xmlns:a16="http://schemas.microsoft.com/office/drawing/2014/main" id="{52F07E4D-2667-4AFF-984F-CE4B0186DD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525" y="4372226"/>
            <a:ext cx="609600" cy="609600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C2F20EC3-04E6-4E42-A6B3-F21F6B3B224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525" y="3786078"/>
            <a:ext cx="609600" cy="609600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D33E779A-DDD1-4B5F-9C87-DAF5C41D55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525" y="4919069"/>
            <a:ext cx="609600" cy="609600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1E511BA3-6F3C-4E24-BD04-E7948FBCCBF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8471" y="838469"/>
            <a:ext cx="4038262" cy="2523914"/>
          </a:xfrm>
          <a:prstGeom prst="rect">
            <a:avLst/>
          </a:prstGeom>
        </p:spPr>
      </p:pic>
      <p:pic>
        <p:nvPicPr>
          <p:cNvPr id="49" name="図 48">
            <a:extLst>
              <a:ext uri="{FF2B5EF4-FFF2-40B4-BE49-F238E27FC236}">
                <a16:creationId xmlns:a16="http://schemas.microsoft.com/office/drawing/2014/main" id="{FDE4E8B9-25DC-423A-85A1-536854DF4C1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4866" y="3486928"/>
            <a:ext cx="3401867" cy="212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61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2510B9F-D4D3-4AD9-881F-C7BB59BD59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8793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7BF31B-8925-4C81-B875-5E6B7E9FD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26" y="895827"/>
            <a:ext cx="10515600" cy="1072255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コード一覧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C96CBA-F558-4255-82BE-7497933BE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926" y="2086167"/>
            <a:ext cx="10515600" cy="531193"/>
          </a:xfrm>
        </p:spPr>
        <p:txBody>
          <a:bodyPr/>
          <a:lstStyle/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kumimoji="1" lang="ja-JP" altLang="en-US" sz="3200" dirty="0">
                <a:solidFill>
                  <a:schemeClr val="bg1"/>
                </a:solidFill>
              </a:rPr>
              <a:t>➣ コードの場所：作成コード一覧￥ファイル名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3D73087C-A0D6-4E3C-9DB3-3A252828B473}"/>
              </a:ext>
            </a:extLst>
          </p:cNvPr>
          <p:cNvSpPr txBox="1">
            <a:spLocks/>
          </p:cNvSpPr>
          <p:nvPr/>
        </p:nvSpPr>
        <p:spPr>
          <a:xfrm>
            <a:off x="576926" y="3247591"/>
            <a:ext cx="10515600" cy="10722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>
                <a:solidFill>
                  <a:schemeClr val="bg1"/>
                </a:solidFill>
              </a:rPr>
              <a:t>【</a:t>
            </a:r>
            <a:r>
              <a:rPr lang="ja-JP" altLang="en-US" dirty="0">
                <a:solidFill>
                  <a:schemeClr val="bg1"/>
                </a:solidFill>
              </a:rPr>
              <a:t>注目コード</a:t>
            </a:r>
            <a:r>
              <a:rPr lang="en-US" altLang="ja-JP" dirty="0">
                <a:solidFill>
                  <a:schemeClr val="bg1"/>
                </a:solidFill>
              </a:rPr>
              <a:t>】</a:t>
            </a:r>
            <a:endParaRPr lang="ja-JP" altLang="en-US" dirty="0">
              <a:solidFill>
                <a:schemeClr val="bg1"/>
              </a:solidFill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a16:creationId xmlns:a16="http://schemas.microsoft.com/office/drawing/2014/main" id="{BD59184C-B6CE-46AA-B3FD-9552C102995A}"/>
              </a:ext>
            </a:extLst>
          </p:cNvPr>
          <p:cNvSpPr txBox="1">
            <a:spLocks/>
          </p:cNvSpPr>
          <p:nvPr/>
        </p:nvSpPr>
        <p:spPr>
          <a:xfrm>
            <a:off x="576926" y="4461986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➣ </a:t>
            </a:r>
            <a:r>
              <a:rPr lang="en-US" altLang="ja-JP" b="1" dirty="0">
                <a:solidFill>
                  <a:srgbClr val="FF0000"/>
                </a:solidFill>
              </a:rPr>
              <a:t>Character.cpp</a:t>
            </a:r>
            <a:r>
              <a:rPr lang="ja-JP" altLang="en-US" dirty="0">
                <a:solidFill>
                  <a:schemeClr val="bg1"/>
                </a:solidFill>
              </a:rPr>
              <a:t>：キャラクターの全てをまとめている基底クラス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➣ </a:t>
            </a:r>
            <a:r>
              <a:rPr lang="en-US" altLang="ja-JP" b="1" dirty="0">
                <a:solidFill>
                  <a:srgbClr val="FF0000"/>
                </a:solidFill>
              </a:rPr>
              <a:t>Cpu.cpp</a:t>
            </a:r>
            <a:r>
              <a:rPr lang="ja-JP" altLang="en-US" dirty="0">
                <a:solidFill>
                  <a:schemeClr val="bg1"/>
                </a:solidFill>
              </a:rPr>
              <a:t>：</a:t>
            </a:r>
            <a:r>
              <a:rPr lang="en-US" altLang="ja-JP" dirty="0">
                <a:solidFill>
                  <a:schemeClr val="bg1"/>
                </a:solidFill>
              </a:rPr>
              <a:t>CPU</a:t>
            </a:r>
            <a:r>
              <a:rPr lang="ja-JP" altLang="en-US" dirty="0">
                <a:solidFill>
                  <a:schemeClr val="bg1"/>
                </a:solidFill>
              </a:rPr>
              <a:t>の動作プログラム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	</a:t>
            </a:r>
            <a:r>
              <a:rPr lang="ja-JP" altLang="en-US" dirty="0">
                <a:solidFill>
                  <a:schemeClr val="bg1"/>
                </a:solidFill>
              </a:rPr>
              <a:t>➣ </a:t>
            </a:r>
            <a:r>
              <a:rPr lang="en-US" altLang="ja-JP" b="1" dirty="0">
                <a:solidFill>
                  <a:srgbClr val="FF0000"/>
                </a:solidFill>
              </a:rPr>
              <a:t>PlayScene.cpp</a:t>
            </a:r>
            <a:r>
              <a:rPr lang="ja-JP" altLang="en-US" dirty="0">
                <a:solidFill>
                  <a:schemeClr val="bg1"/>
                </a:solidFill>
              </a:rPr>
              <a:t>：ゲームシーンの管理プログラム</a:t>
            </a:r>
          </a:p>
        </p:txBody>
      </p:sp>
    </p:spTree>
    <p:extLst>
      <p:ext uri="{BB962C8B-B14F-4D97-AF65-F5344CB8AC3E}">
        <p14:creationId xmlns:p14="http://schemas.microsoft.com/office/powerpoint/2010/main" val="3083093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FF7C805-5F67-47AE-9325-7DEBBFC02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87EF1EF-F7EE-4CF8-8A2F-0D577855FA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10836"/>
            <a:ext cx="12191999" cy="1154690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アピール：当たり判定</a:t>
            </a:r>
            <a:r>
              <a:rPr kumimoji="1" lang="en-US" altLang="ja-JP" sz="4000" dirty="0">
                <a:solidFill>
                  <a:schemeClr val="bg1"/>
                </a:solidFill>
              </a:rPr>
              <a:t>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E0D6557-FCC8-4E86-8AB0-187C66124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5883" y="1265525"/>
            <a:ext cx="7680961" cy="5279361"/>
          </a:xfrm>
        </p:spPr>
        <p:txBody>
          <a:bodyPr>
            <a:normAutofit/>
          </a:bodyPr>
          <a:lstStyle/>
          <a:p>
            <a:pPr algn="l"/>
            <a:r>
              <a:rPr lang="ja-JP" altLang="en-US" dirty="0">
                <a:solidFill>
                  <a:schemeClr val="bg1"/>
                </a:solidFill>
              </a:rPr>
              <a:t>本作では、格闘ゲームの根幹である</a:t>
            </a:r>
            <a:r>
              <a:rPr lang="ja-JP" altLang="en-US" b="1" dirty="0">
                <a:solidFill>
                  <a:srgbClr val="FF0000"/>
                </a:solidFill>
              </a:rPr>
              <a:t>当たり判定</a:t>
            </a:r>
            <a:r>
              <a:rPr lang="ja-JP" altLang="en-US" dirty="0">
                <a:solidFill>
                  <a:schemeClr val="bg1"/>
                </a:solidFill>
              </a:rPr>
              <a:t>を</a:t>
            </a:r>
            <a:r>
              <a:rPr lang="en-US" altLang="ja-JP" dirty="0">
                <a:solidFill>
                  <a:schemeClr val="bg1"/>
                </a:solidFill>
              </a:rPr>
              <a:t>1</a:t>
            </a:r>
            <a:r>
              <a:rPr lang="ja-JP" altLang="en-US" dirty="0">
                <a:solidFill>
                  <a:schemeClr val="bg1"/>
                </a:solidFill>
              </a:rPr>
              <a:t>から自作しました。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r>
              <a:rPr lang="ja-JP" altLang="en-US" dirty="0">
                <a:solidFill>
                  <a:schemeClr val="bg1"/>
                </a:solidFill>
              </a:rPr>
              <a:t>当たり判定の流れは、</a:t>
            </a:r>
            <a:endParaRPr lang="en-US" altLang="ja-JP" dirty="0">
              <a:solidFill>
                <a:schemeClr val="bg1"/>
              </a:solidFill>
            </a:endParaRPr>
          </a:p>
          <a:p>
            <a:pPr marL="457200" indent="-457200" algn="l">
              <a:buAutoNum type="arabicParenR"/>
            </a:pPr>
            <a:r>
              <a:rPr lang="en-US" altLang="ja-JP" sz="2000" dirty="0">
                <a:solidFill>
                  <a:schemeClr val="bg1"/>
                </a:solidFill>
              </a:rPr>
              <a:t>BoneCollision()</a:t>
            </a:r>
          </a:p>
          <a:p>
            <a:pPr algn="l"/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➣ モデルの各ボーンのワールド座標を取得し、動的に更新。</a:t>
            </a:r>
            <a:endParaRPr lang="en-US" altLang="ja-JP" sz="1400" dirty="0">
              <a:solidFill>
                <a:schemeClr val="bg1"/>
              </a:solidFill>
            </a:endParaRPr>
          </a:p>
          <a:p>
            <a:pPr algn="l"/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➣ 当たり判定がリアルタイムで移動することで、見た目と判定が一致するように</a:t>
            </a:r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　 しています。</a:t>
            </a:r>
            <a:endParaRPr lang="en-US" altLang="ja-JP" sz="1400" dirty="0">
              <a:solidFill>
                <a:schemeClr val="bg1"/>
              </a:solidFill>
            </a:endParaRPr>
          </a:p>
          <a:p>
            <a:pPr algn="l"/>
            <a:r>
              <a:rPr lang="en-US" altLang="ja-JP" sz="2000" dirty="0">
                <a:solidFill>
                  <a:schemeClr val="bg1"/>
                </a:solidFill>
              </a:rPr>
              <a:t>2) CollisionDetection()</a:t>
            </a:r>
          </a:p>
          <a:p>
            <a:pPr algn="l"/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➣ ヒットした部位に応じて</a:t>
            </a:r>
            <a:r>
              <a:rPr lang="ja-JP" altLang="en-US" sz="1400" b="1" dirty="0">
                <a:solidFill>
                  <a:schemeClr val="bg1"/>
                </a:solidFill>
              </a:rPr>
              <a:t>ダメージ計算と効果音再生</a:t>
            </a:r>
            <a:r>
              <a:rPr lang="ja-JP" altLang="en-US" sz="1400" dirty="0">
                <a:solidFill>
                  <a:schemeClr val="bg1"/>
                </a:solidFill>
              </a:rPr>
              <a:t>を行い、フレーム単位での</a:t>
            </a:r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　 制御にしています。</a:t>
            </a:r>
            <a:endParaRPr lang="en-US" altLang="ja-JP" sz="1400" dirty="0">
              <a:solidFill>
                <a:schemeClr val="bg1"/>
              </a:solidFill>
            </a:endParaRPr>
          </a:p>
          <a:p>
            <a:pPr algn="l"/>
            <a:r>
              <a:rPr lang="en-US" altLang="ja-JP" sz="2000" dirty="0">
                <a:solidFill>
                  <a:schemeClr val="bg1"/>
                </a:solidFill>
              </a:rPr>
              <a:t>3) UpdateDamage()</a:t>
            </a:r>
          </a:p>
          <a:p>
            <a:pPr algn="l"/>
            <a:r>
              <a:rPr lang="en-US" altLang="ja-JP" sz="1400" dirty="0">
                <a:solidFill>
                  <a:schemeClr val="bg1"/>
                </a:solidFill>
              </a:rPr>
              <a:t>	</a:t>
            </a:r>
            <a:r>
              <a:rPr lang="ja-JP" altLang="en-US" sz="1400" dirty="0">
                <a:solidFill>
                  <a:schemeClr val="bg1"/>
                </a:solidFill>
              </a:rPr>
              <a:t>➣ダメージの反映</a:t>
            </a:r>
            <a:endParaRPr lang="en-US" altLang="ja-JP" dirty="0">
              <a:solidFill>
                <a:schemeClr val="bg1"/>
              </a:solidFill>
            </a:endParaRPr>
          </a:p>
          <a:p>
            <a:pPr algn="l"/>
            <a:endParaRPr kumimoji="1" lang="en-US" altLang="ja-JP" sz="14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1400" dirty="0">
                <a:solidFill>
                  <a:schemeClr val="bg1"/>
                </a:solidFill>
              </a:rPr>
              <a:t>また、キャラ同士の</a:t>
            </a:r>
            <a:r>
              <a:rPr kumimoji="0" lang="ja-JP" altLang="ja-JP" sz="1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物理的な衝突処理</a:t>
            </a:r>
            <a:r>
              <a:rPr kumimoji="0" lang="ja-JP" altLang="ja-JP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は</a:t>
            </a:r>
            <a:r>
              <a:rPr kumimoji="0" lang="ja-JP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「</a:t>
            </a:r>
            <a:r>
              <a:rPr kumimoji="0" lang="ja-JP" altLang="ja-JP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ResolvePlayerCollision()</a:t>
            </a:r>
            <a:r>
              <a:rPr kumimoji="0" lang="ja-JP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」</a:t>
            </a:r>
            <a:r>
              <a:rPr kumimoji="0" lang="ja-JP" altLang="ja-JP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</a:rPr>
              <a:t>で独立して管理。 </a:t>
            </a:r>
            <a:endParaRPr kumimoji="0" lang="ja-JP" altLang="ja-JP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l"/>
            <a:r>
              <a:rPr lang="ja-JP" altLang="en-US" sz="1400" dirty="0">
                <a:solidFill>
                  <a:schemeClr val="bg1"/>
                </a:solidFill>
              </a:rPr>
              <a:t>攻撃判定とは別の段階で位置補正を行うことで、見た目とゲームロジックを明確に分離し、挙動の安定性と拡張性を高めました。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sp>
        <p:nvSpPr>
          <p:cNvPr id="5" name="フローチャート: 処理 4">
            <a:extLst>
              <a:ext uri="{FF2B5EF4-FFF2-40B4-BE49-F238E27FC236}">
                <a16:creationId xmlns:a16="http://schemas.microsoft.com/office/drawing/2014/main" id="{10B0508E-7555-4FC7-9BFE-CE451B3852A8}"/>
              </a:ext>
            </a:extLst>
          </p:cNvPr>
          <p:cNvSpPr/>
          <p:nvPr/>
        </p:nvSpPr>
        <p:spPr>
          <a:xfrm>
            <a:off x="315884" y="2471650"/>
            <a:ext cx="7614458" cy="2909455"/>
          </a:xfrm>
          <a:prstGeom prst="flowChartProcess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52E5EAD3-877A-4CE5-ABEC-30F5E8973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ja-JP" altLang="ja-JP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7C40889-01CC-4C48-8C93-74002AC187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6844" y="426341"/>
            <a:ext cx="1774444" cy="3408156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65BEBF2-D478-4AA7-A08B-8F82F338A0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4484" y="4821383"/>
            <a:ext cx="3159806" cy="1558061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E0F2A6-B978-4116-BBB4-538B13A16C21}"/>
              </a:ext>
            </a:extLst>
          </p:cNvPr>
          <p:cNvSpPr txBox="1"/>
          <p:nvPr/>
        </p:nvSpPr>
        <p:spPr>
          <a:xfrm>
            <a:off x="9886604" y="726168"/>
            <a:ext cx="1983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← </a:t>
            </a:r>
            <a:r>
              <a:rPr lang="en-US" altLang="ja-JP" dirty="0">
                <a:solidFill>
                  <a:schemeClr val="bg1"/>
                </a:solidFill>
              </a:rPr>
              <a:t>Character.cpp</a:t>
            </a:r>
            <a:r>
              <a:rPr lang="ja-JP" altLang="en-US" dirty="0">
                <a:solidFill>
                  <a:schemeClr val="bg1"/>
                </a:solidFill>
              </a:rPr>
              <a:t> 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626</a:t>
            </a:r>
            <a:r>
              <a:rPr lang="ja-JP" altLang="en-US" dirty="0">
                <a:solidFill>
                  <a:schemeClr val="bg1"/>
                </a:solidFill>
              </a:rPr>
              <a:t>行目以降</a:t>
            </a:r>
            <a:r>
              <a:rPr lang="en-US" altLang="ja-JP" dirty="0">
                <a:solidFill>
                  <a:schemeClr val="bg1"/>
                </a:solidFill>
              </a:rPr>
              <a:t> 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94E9099-7F36-49A0-ACC5-2C6A4EA9C282}"/>
              </a:ext>
            </a:extLst>
          </p:cNvPr>
          <p:cNvSpPr txBox="1"/>
          <p:nvPr/>
        </p:nvSpPr>
        <p:spPr>
          <a:xfrm>
            <a:off x="9146771" y="4024360"/>
            <a:ext cx="1983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↓ </a:t>
            </a:r>
            <a:r>
              <a:rPr lang="en-US" altLang="ja-JP" dirty="0">
                <a:solidFill>
                  <a:schemeClr val="bg1"/>
                </a:solidFill>
              </a:rPr>
              <a:t>Character.cpp</a:t>
            </a:r>
            <a:r>
              <a:rPr lang="ja-JP" altLang="en-US" dirty="0">
                <a:solidFill>
                  <a:schemeClr val="bg1"/>
                </a:solidFill>
              </a:rPr>
              <a:t> </a:t>
            </a:r>
            <a:endParaRPr lang="en-US" altLang="ja-JP" dirty="0">
              <a:solidFill>
                <a:schemeClr val="bg1"/>
              </a:solidFill>
            </a:endParaRPr>
          </a:p>
          <a:p>
            <a:r>
              <a:rPr lang="en-US" altLang="ja-JP" dirty="0">
                <a:solidFill>
                  <a:schemeClr val="bg1"/>
                </a:solidFill>
              </a:rPr>
              <a:t>533</a:t>
            </a:r>
            <a:r>
              <a:rPr lang="ja-JP" altLang="en-US" dirty="0">
                <a:solidFill>
                  <a:schemeClr val="bg1"/>
                </a:solidFill>
              </a:rPr>
              <a:t>行目以降</a:t>
            </a:r>
            <a:r>
              <a:rPr lang="en-US" altLang="ja-JP" dirty="0">
                <a:solidFill>
                  <a:schemeClr val="bg1"/>
                </a:solidFill>
              </a:rPr>
              <a:t> 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9418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A3DBA-DA8E-136B-0008-8556C7D6F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1C117327-97DC-1058-7503-72025617B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948EF0F-BA2E-3D9C-EFE5-F404BE7621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966" y="3423890"/>
            <a:ext cx="5830256" cy="822815"/>
          </a:xfrm>
        </p:spPr>
        <p:txBody>
          <a:bodyPr>
            <a:normAutofit/>
          </a:bodyPr>
          <a:lstStyle/>
          <a:p>
            <a:pPr algn="l"/>
            <a:r>
              <a:rPr lang="en-US" altLang="ja-JP" sz="3200" dirty="0">
                <a:solidFill>
                  <a:schemeClr val="bg1"/>
                </a:solidFill>
                <a:ea typeface="游ゴシック Light"/>
              </a:rPr>
              <a:t>【</a:t>
            </a:r>
            <a:r>
              <a:rPr lang="en-US" altLang="ja-JP" sz="3200" err="1">
                <a:solidFill>
                  <a:schemeClr val="bg1"/>
                </a:solidFill>
                <a:ea typeface="游ゴシック Light"/>
              </a:rPr>
              <a:t>苦労した点</a:t>
            </a:r>
            <a:r>
              <a:rPr lang="en-US" altLang="ja-JP" sz="3200" dirty="0">
                <a:solidFill>
                  <a:schemeClr val="bg1"/>
                </a:solidFill>
                <a:ea typeface="游ゴシック Light"/>
              </a:rPr>
              <a:t>】</a:t>
            </a:r>
            <a:endParaRPr lang="ja-JP" altLang="en-US" sz="3200" dirty="0">
              <a:solidFill>
                <a:schemeClr val="bg1"/>
              </a:solidFill>
              <a:ea typeface="游ゴシック Light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A8A0949-2BFA-36B6-88A4-6BD275C341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6399" y="1457497"/>
            <a:ext cx="10934215" cy="4765819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endParaRPr lang="ja-JP" dirty="0">
              <a:solidFill>
                <a:schemeClr val="bg1"/>
              </a:solidFill>
              <a:ea typeface="+mn-lt"/>
              <a:cs typeface="+mn-lt"/>
            </a:endParaRPr>
          </a:p>
          <a:p>
            <a:pPr algn="l"/>
            <a:endParaRPr lang="ja-JP" dirty="0">
              <a:solidFill>
                <a:schemeClr val="bg1"/>
              </a:solidFill>
              <a:ea typeface="游ゴシック"/>
            </a:endParaRPr>
          </a:p>
          <a:p>
            <a:pPr algn="l"/>
            <a:endParaRPr lang="ja-JP" altLang="en-US" dirty="0">
              <a:solidFill>
                <a:schemeClr val="bg1"/>
              </a:solidFill>
              <a:ea typeface="游ゴシック"/>
            </a:endParaRPr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C81615F2-4AF8-7291-742E-66BBC61C795C}"/>
              </a:ext>
            </a:extLst>
          </p:cNvPr>
          <p:cNvSpPr txBox="1">
            <a:spLocks/>
          </p:cNvSpPr>
          <p:nvPr/>
        </p:nvSpPr>
        <p:spPr>
          <a:xfrm>
            <a:off x="6100913" y="3418139"/>
            <a:ext cx="5830256" cy="82281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ja-JP" sz="3200" dirty="0">
                <a:solidFill>
                  <a:schemeClr val="bg1"/>
                </a:solidFill>
                <a:ea typeface="游ゴシック Light"/>
              </a:rPr>
              <a:t>【</a:t>
            </a:r>
            <a:r>
              <a:rPr lang="en-US" altLang="ja-JP" sz="3200" err="1">
                <a:solidFill>
                  <a:schemeClr val="bg1"/>
                </a:solidFill>
                <a:ea typeface="游ゴシック Light"/>
              </a:rPr>
              <a:t>改善した点</a:t>
            </a:r>
            <a:r>
              <a:rPr lang="en-US" altLang="ja-JP" sz="3200" dirty="0">
                <a:solidFill>
                  <a:schemeClr val="bg1"/>
                </a:solidFill>
                <a:ea typeface="游ゴシック Light"/>
              </a:rPr>
              <a:t>】</a:t>
            </a:r>
            <a:endParaRPr lang="ja-JP" altLang="en-US" sz="3200" dirty="0">
              <a:solidFill>
                <a:schemeClr val="bg1"/>
              </a:solidFill>
              <a:ea typeface="游ゴシック Light"/>
            </a:endParaRPr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B3CD38FD-099C-08F0-F076-5A4E6FC871C4}"/>
              </a:ext>
            </a:extLst>
          </p:cNvPr>
          <p:cNvSpPr txBox="1">
            <a:spLocks/>
          </p:cNvSpPr>
          <p:nvPr/>
        </p:nvSpPr>
        <p:spPr>
          <a:xfrm>
            <a:off x="321215" y="4237648"/>
            <a:ext cx="4967616" cy="22749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Arial"/>
              <a:buChar char="•"/>
            </a:pPr>
            <a:endParaRPr lang="en-US" sz="1800" dirty="0">
              <a:solidFill>
                <a:schemeClr val="bg1"/>
              </a:solidFill>
              <a:ea typeface="+mj-lt"/>
              <a:cs typeface="+mj-lt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800" dirty="0" err="1">
                <a:solidFill>
                  <a:schemeClr val="bg1"/>
                </a:solidFill>
                <a:ea typeface="+mj-lt"/>
                <a:cs typeface="+mj-lt"/>
              </a:rPr>
              <a:t>当たり判定を</a:t>
            </a:r>
            <a:r>
              <a:rPr lang="en-US" sz="1800" b="1" dirty="0" err="1">
                <a:solidFill>
                  <a:schemeClr val="bg1"/>
                </a:solidFill>
                <a:ea typeface="+mj-lt"/>
                <a:cs typeface="+mj-lt"/>
              </a:rPr>
              <a:t>手動で位置指定</a:t>
            </a:r>
            <a:r>
              <a:rPr lang="en-US" sz="1800" dirty="0" err="1">
                <a:solidFill>
                  <a:schemeClr val="bg1"/>
                </a:solidFill>
                <a:ea typeface="+mj-lt"/>
                <a:cs typeface="+mj-lt"/>
              </a:rPr>
              <a:t>していたため、フレームごとの処理が多く</a:t>
            </a:r>
            <a:r>
              <a:rPr lang="en-US" sz="1800" b="1" dirty="0" err="1">
                <a:solidFill>
                  <a:schemeClr val="bg1"/>
                </a:solidFill>
                <a:ea typeface="+mj-lt"/>
                <a:cs typeface="+mj-lt"/>
              </a:rPr>
              <a:t>動作が重くなっていた</a:t>
            </a:r>
            <a:r>
              <a:rPr lang="en-US" sz="1800" dirty="0">
                <a:solidFill>
                  <a:schemeClr val="bg1"/>
                </a:solidFill>
                <a:ea typeface="+mj-lt"/>
                <a:cs typeface="+mj-lt"/>
              </a:rPr>
              <a:t>。</a:t>
            </a:r>
            <a:endParaRPr lang="en-US" altLang="ja-JP" sz="1800" dirty="0">
              <a:solidFill>
                <a:schemeClr val="bg1"/>
              </a:solidFill>
              <a:ea typeface="+mj-lt"/>
              <a:cs typeface="+mj-lt"/>
            </a:endParaRPr>
          </a:p>
          <a:p>
            <a:pPr marL="285750" indent="-285750" algn="l">
              <a:buFont typeface="Arial"/>
              <a:buChar char="•"/>
            </a:pPr>
            <a:endParaRPr lang="en-US" sz="1800" dirty="0">
              <a:solidFill>
                <a:schemeClr val="bg1"/>
              </a:solidFill>
              <a:ea typeface="+mj-lt"/>
              <a:cs typeface="+mj-lt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800" dirty="0" err="1">
                <a:solidFill>
                  <a:schemeClr val="bg1"/>
                </a:solidFill>
                <a:ea typeface="+mj-lt"/>
                <a:cs typeface="+mj-lt"/>
              </a:rPr>
              <a:t>攻撃を近距離で当てると、</a:t>
            </a:r>
            <a:r>
              <a:rPr lang="en-US" sz="1800" b="1" dirty="0" err="1">
                <a:solidFill>
                  <a:schemeClr val="bg1"/>
                </a:solidFill>
                <a:ea typeface="+mj-lt"/>
                <a:cs typeface="+mj-lt"/>
              </a:rPr>
              <a:t>同じ攻撃が多段ヒットしてしまう</a:t>
            </a:r>
            <a:r>
              <a:rPr lang="en-US" sz="1800" dirty="0" err="1">
                <a:solidFill>
                  <a:schemeClr val="bg1"/>
                </a:solidFill>
                <a:ea typeface="+mj-lt"/>
                <a:cs typeface="+mj-lt"/>
              </a:rPr>
              <a:t>問題が発生</a:t>
            </a:r>
            <a:r>
              <a:rPr lang="en-US" sz="1800" dirty="0">
                <a:solidFill>
                  <a:schemeClr val="bg1"/>
                </a:solidFill>
                <a:ea typeface="+mj-lt"/>
                <a:cs typeface="+mj-lt"/>
              </a:rPr>
              <a:t>。</a:t>
            </a:r>
          </a:p>
          <a:p>
            <a:pPr algn="l"/>
            <a:endParaRPr lang="en-US" altLang="ja-JP" sz="3200" dirty="0">
              <a:solidFill>
                <a:schemeClr val="bg1"/>
              </a:solidFill>
              <a:ea typeface="游ゴシック Light"/>
            </a:endParaRPr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06490069-1184-9722-1270-93E42FF63D5C}"/>
              </a:ext>
            </a:extLst>
          </p:cNvPr>
          <p:cNvSpPr txBox="1">
            <a:spLocks/>
          </p:cNvSpPr>
          <p:nvPr/>
        </p:nvSpPr>
        <p:spPr>
          <a:xfrm>
            <a:off x="6474725" y="4237647"/>
            <a:ext cx="4536296" cy="22749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l">
              <a:buFont typeface="Arial"/>
              <a:buChar char="•"/>
            </a:pPr>
            <a:endParaRPr lang="en-US" sz="1800" dirty="0">
              <a:solidFill>
                <a:schemeClr val="bg1"/>
              </a:solidFill>
              <a:ea typeface="+mj-lt"/>
              <a:cs typeface="+mj-lt"/>
            </a:endParaRPr>
          </a:p>
          <a:p>
            <a:pPr algn="l">
              <a:buFont typeface="Arial"/>
              <a:buChar char="•"/>
            </a:pPr>
            <a:r>
              <a:rPr lang="ja-JP" altLang="en-US" sz="1800">
                <a:solidFill>
                  <a:schemeClr val="bg1"/>
                </a:solidFill>
                <a:ea typeface="+mj-lt"/>
                <a:cs typeface="+mj-lt"/>
              </a:rPr>
              <a:t>　当たり判定を</a:t>
            </a:r>
            <a:r>
              <a:rPr lang="ja-JP" altLang="en-US" sz="1800" b="1">
                <a:solidFill>
                  <a:schemeClr val="bg1"/>
                </a:solidFill>
                <a:ea typeface="+mj-lt"/>
                <a:cs typeface="+mj-lt"/>
              </a:rPr>
              <a:t>骨（ボーン）に追従</a:t>
            </a:r>
            <a:r>
              <a:rPr lang="ja-JP" altLang="en-US" sz="1800">
                <a:solidFill>
                  <a:schemeClr val="bg1"/>
                </a:solidFill>
                <a:ea typeface="+mj-lt"/>
                <a:cs typeface="+mj-lt"/>
              </a:rPr>
              <a:t>させることで</a:t>
            </a:r>
            <a:r>
              <a:rPr lang="en-US" sz="1800" dirty="0">
                <a:solidFill>
                  <a:schemeClr val="bg1"/>
                </a:solidFill>
                <a:ea typeface="+mj-lt"/>
                <a:cs typeface="+mj-lt"/>
              </a:rPr>
              <a:t>、</a:t>
            </a:r>
            <a:r>
              <a:rPr lang="ja-JP" altLang="en-US" sz="1800">
                <a:solidFill>
                  <a:schemeClr val="bg1"/>
                </a:solidFill>
                <a:ea typeface="+mj-lt"/>
                <a:cs typeface="+mj-lt"/>
              </a:rPr>
              <a:t>アニメーション中の位置ずれを自動補正</a:t>
            </a:r>
            <a:r>
              <a:rPr lang="en-US" sz="1800" dirty="0">
                <a:solidFill>
                  <a:schemeClr val="bg1"/>
                </a:solidFill>
                <a:ea typeface="+mj-lt"/>
                <a:cs typeface="+mj-lt"/>
              </a:rPr>
              <a:t>。</a:t>
            </a:r>
            <a:endParaRPr lang="en-US" altLang="ja-JP" sz="1800" dirty="0">
              <a:solidFill>
                <a:schemeClr val="bg1"/>
              </a:solidFill>
              <a:ea typeface="+mj-lt"/>
              <a:cs typeface="+mj-lt"/>
            </a:endParaRPr>
          </a:p>
          <a:p>
            <a:pPr algn="l">
              <a:buFont typeface="Arial"/>
              <a:buChar char="•"/>
            </a:pPr>
            <a:endParaRPr lang="en-US" altLang="ja-JP" sz="1800" dirty="0">
              <a:solidFill>
                <a:schemeClr val="bg1"/>
              </a:solidFill>
              <a:ea typeface="+mj-lt"/>
              <a:cs typeface="+mj-lt"/>
            </a:endParaRPr>
          </a:p>
          <a:p>
            <a:pPr algn="l">
              <a:buFont typeface="Arial"/>
              <a:buChar char="•"/>
            </a:pPr>
            <a:r>
              <a:rPr lang="ja-JP" altLang="en-US" sz="1800">
                <a:solidFill>
                  <a:schemeClr val="bg1"/>
                </a:solidFill>
                <a:ea typeface="+mj-lt"/>
                <a:cs typeface="+mj-lt"/>
              </a:rPr>
              <a:t>　攻撃ごとに</a:t>
            </a:r>
            <a:r>
              <a:rPr lang="ja-JP" altLang="en-US" sz="1800" b="1">
                <a:solidFill>
                  <a:schemeClr val="bg1"/>
                </a:solidFill>
                <a:ea typeface="+mj-lt"/>
                <a:cs typeface="+mj-lt"/>
              </a:rPr>
              <a:t>有効なフレーム範囲</a:t>
            </a:r>
            <a:r>
              <a:rPr lang="ja-JP" altLang="en-US" sz="1800">
                <a:solidFill>
                  <a:schemeClr val="bg1"/>
                </a:solidFill>
                <a:ea typeface="+mj-lt"/>
                <a:cs typeface="+mj-lt"/>
              </a:rPr>
              <a:t>を設定し、ヒットタイミングを正確に制御</a:t>
            </a:r>
            <a:r>
              <a:rPr lang="en-US" sz="1800" dirty="0">
                <a:solidFill>
                  <a:schemeClr val="bg1"/>
                </a:solidFill>
                <a:ea typeface="+mj-lt"/>
                <a:cs typeface="+mj-lt"/>
              </a:rPr>
              <a:t>。</a:t>
            </a:r>
            <a:endParaRPr lang="en-US" sz="1800" dirty="0">
              <a:solidFill>
                <a:schemeClr val="bg1"/>
              </a:solidFill>
              <a:ea typeface="游ゴシック Light"/>
            </a:endParaRPr>
          </a:p>
          <a:p>
            <a:pPr algn="l">
              <a:buFont typeface="Arial"/>
              <a:buChar char="•"/>
            </a:pPr>
            <a:endParaRPr lang="en-US" altLang="ja-JP" sz="1400" dirty="0">
              <a:solidFill>
                <a:schemeClr val="bg1"/>
              </a:solidFill>
              <a:ea typeface="+mj-lt"/>
              <a:cs typeface="+mj-lt"/>
            </a:endParaRPr>
          </a:p>
          <a:p>
            <a:pPr marL="285750" indent="-285750" algn="l">
              <a:buFont typeface="Arial"/>
              <a:buChar char="•"/>
            </a:pPr>
            <a:endParaRPr lang="en-US" sz="1800" dirty="0">
              <a:solidFill>
                <a:schemeClr val="bg1"/>
              </a:solidFill>
              <a:ea typeface="+mj-lt"/>
              <a:cs typeface="+mj-lt"/>
            </a:endParaRPr>
          </a:p>
          <a:p>
            <a:pPr algn="l"/>
            <a:endParaRPr lang="en-US" altLang="ja-JP" sz="3200" dirty="0">
              <a:solidFill>
                <a:schemeClr val="bg1"/>
              </a:solidFill>
              <a:ea typeface="+mj-lt"/>
              <a:cs typeface="+mj-lt"/>
            </a:endParaRPr>
          </a:p>
        </p:txBody>
      </p:sp>
      <p:sp>
        <p:nvSpPr>
          <p:cNvPr id="18" name="タイトル 1">
            <a:extLst>
              <a:ext uri="{FF2B5EF4-FFF2-40B4-BE49-F238E27FC236}">
                <a16:creationId xmlns:a16="http://schemas.microsoft.com/office/drawing/2014/main" id="{1362EEDB-8E98-5B54-F874-D9D0C6081838}"/>
              </a:ext>
            </a:extLst>
          </p:cNvPr>
          <p:cNvSpPr txBox="1">
            <a:spLocks/>
          </p:cNvSpPr>
          <p:nvPr/>
        </p:nvSpPr>
        <p:spPr>
          <a:xfrm>
            <a:off x="910687" y="1462819"/>
            <a:ext cx="4263124" cy="1239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ja-JP" sz="3200" dirty="0" err="1">
                <a:solidFill>
                  <a:schemeClr val="bg1"/>
                </a:solidFill>
                <a:ea typeface="游ゴシック Light"/>
              </a:rPr>
              <a:t>BoneCollision</a:t>
            </a:r>
            <a:r>
              <a:rPr lang="en-US" altLang="ja-JP" sz="3200" dirty="0">
                <a:solidFill>
                  <a:schemeClr val="bg1"/>
                </a:solidFill>
                <a:ea typeface="游ゴシック Light"/>
              </a:rPr>
              <a:t>() </a:t>
            </a:r>
            <a:r>
              <a:rPr lang="en-US" altLang="ja-JP" sz="3200" dirty="0" err="1">
                <a:solidFill>
                  <a:schemeClr val="bg1"/>
                </a:solidFill>
                <a:ea typeface="游ゴシック Light"/>
              </a:rPr>
              <a:t>の写真</a:t>
            </a:r>
            <a:endParaRPr lang="en-US" altLang="ja-JP" sz="3200">
              <a:solidFill>
                <a:schemeClr val="bg1"/>
              </a:solidFill>
              <a:ea typeface="游ゴシック Light"/>
            </a:endParaRPr>
          </a:p>
        </p:txBody>
      </p:sp>
      <p:sp>
        <p:nvSpPr>
          <p:cNvPr id="20" name="タイトル 1">
            <a:extLst>
              <a:ext uri="{FF2B5EF4-FFF2-40B4-BE49-F238E27FC236}">
                <a16:creationId xmlns:a16="http://schemas.microsoft.com/office/drawing/2014/main" id="{6F9E5B8B-C08B-414E-18D4-745A0FD2CF1F}"/>
              </a:ext>
            </a:extLst>
          </p:cNvPr>
          <p:cNvSpPr txBox="1">
            <a:spLocks/>
          </p:cNvSpPr>
          <p:nvPr/>
        </p:nvSpPr>
        <p:spPr>
          <a:xfrm>
            <a:off x="6618498" y="1462818"/>
            <a:ext cx="4263124" cy="1239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ja-JP" sz="3200" dirty="0" err="1">
                <a:solidFill>
                  <a:schemeClr val="bg1"/>
                </a:solidFill>
                <a:ea typeface="游ゴシック Light"/>
              </a:rPr>
              <a:t>フレーム範囲</a:t>
            </a:r>
            <a:r>
              <a:rPr lang="en-US" altLang="ja-JP" sz="3200" dirty="0">
                <a:solidFill>
                  <a:schemeClr val="bg1"/>
                </a:solidFill>
                <a:ea typeface="游ゴシック Light"/>
              </a:rPr>
              <a:t> </a:t>
            </a:r>
            <a:r>
              <a:rPr lang="en-US" altLang="ja-JP" sz="3200" dirty="0" err="1">
                <a:solidFill>
                  <a:schemeClr val="bg1"/>
                </a:solidFill>
                <a:ea typeface="游ゴシック Light"/>
              </a:rPr>
              <a:t>の写真</a:t>
            </a:r>
            <a:endParaRPr lang="en-US" altLang="ja-JP" sz="3200">
              <a:solidFill>
                <a:schemeClr val="bg1"/>
              </a:solidFill>
              <a:ea typeface="游ゴシック Light"/>
            </a:endParaRPr>
          </a:p>
        </p:txBody>
      </p:sp>
    </p:spTree>
    <p:extLst>
      <p:ext uri="{BB962C8B-B14F-4D97-AF65-F5344CB8AC3E}">
        <p14:creationId xmlns:p14="http://schemas.microsoft.com/office/powerpoint/2010/main" val="2682138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A93330EE-6B8B-4FFC-8E4B-B735DA481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0C9ACDA0-1289-4EE9-9EA7-B48C2498E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966" y="634683"/>
            <a:ext cx="11538066" cy="822815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コード進化：</a:t>
            </a:r>
            <a:r>
              <a:rPr kumimoji="1" lang="en-US" altLang="ja-JP" sz="4000" dirty="0">
                <a:solidFill>
                  <a:schemeClr val="bg1"/>
                </a:solidFill>
              </a:rPr>
              <a:t>Player.cpp → Character.cpp】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1DC0F0A-1527-4642-A1A0-5BD00B17C7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965" y="1457497"/>
            <a:ext cx="5772745" cy="4765819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kumimoji="1" lang="ja-JP" altLang="en-US" dirty="0">
                <a:solidFill>
                  <a:schemeClr val="bg1"/>
                </a:solidFill>
                <a:ea typeface="游ゴシック"/>
              </a:rPr>
              <a:t>＜</a:t>
            </a:r>
            <a:r>
              <a:rPr kumimoji="1" lang="en-US" altLang="ja-JP" dirty="0">
                <a:solidFill>
                  <a:srgbClr val="0070C0"/>
                </a:solidFill>
                <a:ea typeface="游ゴシック"/>
              </a:rPr>
              <a:t>Before</a:t>
            </a:r>
            <a:r>
              <a:rPr kumimoji="1" lang="ja-JP" altLang="en-US" dirty="0">
                <a:solidFill>
                  <a:schemeClr val="bg1"/>
                </a:solidFill>
                <a:ea typeface="游ゴシック"/>
              </a:rPr>
              <a:t>：</a:t>
            </a:r>
            <a:r>
              <a:rPr kumimoji="1" lang="en-US" altLang="ja-JP" dirty="0">
                <a:solidFill>
                  <a:schemeClr val="bg1"/>
                </a:solidFill>
                <a:ea typeface="游ゴシック"/>
              </a:rPr>
              <a:t>Player.cpp</a:t>
            </a:r>
            <a:r>
              <a:rPr kumimoji="1" lang="ja-JP" altLang="en-US" dirty="0">
                <a:solidFill>
                  <a:schemeClr val="bg1"/>
                </a:solidFill>
                <a:ea typeface="游ゴシック"/>
              </a:rPr>
              <a:t>＞</a:t>
            </a:r>
          </a:p>
          <a:p>
            <a:pPr algn="l"/>
            <a:r>
              <a:rPr lang="ja-JP">
                <a:solidFill>
                  <a:schemeClr val="bg1"/>
                </a:solidFill>
                <a:ea typeface="+mn-lt"/>
                <a:cs typeface="+mn-lt"/>
              </a:rPr>
              <a:t>キャプション：</a:t>
            </a:r>
            <a:endParaRPr lang="ja-JP"/>
          </a:p>
          <a:p>
            <a:pPr algn="l"/>
            <a:r>
              <a:rPr lang="ja-JP">
                <a:solidFill>
                  <a:schemeClr val="bg1"/>
                </a:solidFill>
                <a:ea typeface="+mn-lt"/>
                <a:cs typeface="+mn-lt"/>
              </a:rPr>
              <a:t>プレイヤー操作コードが直接記述されていたため、CPUへの流用が困難だった。</a:t>
            </a:r>
          </a:p>
          <a:p>
            <a:pPr algn="l"/>
            <a:endParaRPr lang="ja-JP" altLang="en-US" dirty="0">
              <a:solidFill>
                <a:schemeClr val="bg1"/>
              </a:solidFill>
              <a:ea typeface="游ゴシック"/>
            </a:endParaRPr>
          </a:p>
          <a:p>
            <a:pPr algn="l"/>
            <a:r>
              <a:rPr lang="ja-JP">
                <a:solidFill>
                  <a:schemeClr val="bg1"/>
                </a:solidFill>
                <a:ea typeface="+mn-lt"/>
                <a:cs typeface="+mn-lt"/>
              </a:rPr>
              <a:t>＜</a:t>
            </a:r>
            <a:r>
              <a:rPr lang="ja-JP">
                <a:solidFill>
                  <a:srgbClr val="FF0000"/>
                </a:solidFill>
                <a:ea typeface="+mn-lt"/>
                <a:cs typeface="+mn-lt"/>
              </a:rPr>
              <a:t>After</a:t>
            </a:r>
            <a:r>
              <a:rPr lang="ja-JP">
                <a:solidFill>
                  <a:schemeClr val="bg1"/>
                </a:solidFill>
                <a:ea typeface="+mn-lt"/>
                <a:cs typeface="+mn-lt"/>
              </a:rPr>
              <a:t>：Character.cpp＞</a:t>
            </a:r>
          </a:p>
          <a:p>
            <a:pPr algn="l"/>
            <a:r>
              <a:rPr lang="ja-JP">
                <a:solidFill>
                  <a:schemeClr val="bg1"/>
                </a:solidFill>
                <a:ea typeface="+mn-lt"/>
                <a:cs typeface="+mn-lt"/>
              </a:rPr>
              <a:t>キャプション：</a:t>
            </a:r>
            <a:endParaRPr lang="ja-JP"/>
          </a:p>
          <a:p>
            <a:pPr algn="l"/>
            <a:r>
              <a:rPr lang="ja-JP">
                <a:solidFill>
                  <a:schemeClr val="bg1"/>
                </a:solidFill>
                <a:ea typeface="+mn-lt"/>
                <a:cs typeface="+mn-lt"/>
              </a:rPr>
              <a:t>行動ごとに関数を分離し、共通クラスとして再構築。</a:t>
            </a:r>
            <a:endParaRPr lang="ja-JP"/>
          </a:p>
          <a:p>
            <a:pPr algn="l"/>
            <a:r>
              <a:rPr lang="ja-JP">
                <a:solidFill>
                  <a:schemeClr val="bg1"/>
                </a:solidFill>
                <a:ea typeface="+mn-lt"/>
                <a:cs typeface="+mn-lt"/>
              </a:rPr>
              <a:t>CPU制御にも対応可能な柔軟な構造に進化。</a:t>
            </a:r>
            <a:endParaRPr lang="en-US" altLang="ja-JP">
              <a:solidFill>
                <a:schemeClr val="bg1"/>
              </a:solidFill>
              <a:ea typeface="游ゴシック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04B0BCC-12B7-4E53-A05B-B703B1B789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9296" y="1823838"/>
            <a:ext cx="5473645" cy="18392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17C78E-A450-51D1-AAB9-50FBC86B7C18}"/>
              </a:ext>
            </a:extLst>
          </p:cNvPr>
          <p:cNvSpPr txBox="1"/>
          <p:nvPr/>
        </p:nvSpPr>
        <p:spPr>
          <a:xfrm>
            <a:off x="6278111" y="4692093"/>
            <a:ext cx="2655581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>
                <a:solidFill>
                  <a:schemeClr val="bg1"/>
                </a:solidFill>
                <a:ea typeface="游ゴシック"/>
              </a:rPr>
              <a:t>Character.cpp のパンチ弱の処理の写真</a:t>
            </a:r>
            <a:endParaRPr lang="ja-JP" altLang="en-US" sz="2400" dirty="0">
              <a:solidFill>
                <a:schemeClr val="bg1"/>
              </a:solidFill>
              <a:ea typeface="游ゴシック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7A7DF-79E3-F73A-7431-51BA4C213209}"/>
              </a:ext>
            </a:extLst>
          </p:cNvPr>
          <p:cNvSpPr txBox="1"/>
          <p:nvPr/>
        </p:nvSpPr>
        <p:spPr>
          <a:xfrm>
            <a:off x="6091205" y="1457188"/>
            <a:ext cx="566044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>
                <a:solidFill>
                  <a:schemeClr val="bg1"/>
                </a:solidFill>
                <a:ea typeface="游ゴシック"/>
              </a:rPr>
              <a:t>&lt;</a:t>
            </a:r>
            <a:r>
              <a:rPr lang="ja-JP" altLang="en-US">
                <a:solidFill>
                  <a:srgbClr val="0070C0"/>
                </a:solidFill>
                <a:ea typeface="游ゴシック"/>
              </a:rPr>
              <a:t>Before</a:t>
            </a:r>
            <a:r>
              <a:rPr lang="ja-JP" altLang="en-US">
                <a:solidFill>
                  <a:schemeClr val="bg1"/>
                </a:solidFill>
                <a:ea typeface="游ゴシック"/>
              </a:rPr>
              <a:t>&gt; Player.cpp</a:t>
            </a:r>
            <a:endParaRPr lang="ja-JP">
              <a:solidFill>
                <a:schemeClr val="bg1"/>
              </a:solidFill>
              <a:ea typeface="游ゴシック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6C8FBB-0BB7-41C0-9D72-2B7DE8493FF6}"/>
              </a:ext>
            </a:extLst>
          </p:cNvPr>
          <p:cNvSpPr txBox="1"/>
          <p:nvPr/>
        </p:nvSpPr>
        <p:spPr>
          <a:xfrm>
            <a:off x="6091204" y="3843829"/>
            <a:ext cx="566044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>
                <a:solidFill>
                  <a:schemeClr val="bg1"/>
                </a:solidFill>
                <a:ea typeface="游ゴシック"/>
              </a:rPr>
              <a:t>&lt;</a:t>
            </a:r>
            <a:r>
              <a:rPr lang="ja-JP" altLang="en-US">
                <a:solidFill>
                  <a:srgbClr val="FF0000"/>
                </a:solidFill>
                <a:ea typeface="游ゴシック"/>
              </a:rPr>
              <a:t>After</a:t>
            </a:r>
            <a:r>
              <a:rPr lang="ja-JP" altLang="en-US">
                <a:solidFill>
                  <a:schemeClr val="bg1"/>
                </a:solidFill>
                <a:ea typeface="游ゴシック"/>
              </a:rPr>
              <a:t>&gt; Character.cpp と Player.cpp</a:t>
            </a:r>
            <a:endParaRPr lang="ja-JP">
              <a:solidFill>
                <a:schemeClr val="bg1"/>
              </a:solidFill>
              <a:ea typeface="游ゴシック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3C2873-9D29-8085-389E-9CE0C6770ECE}"/>
              </a:ext>
            </a:extLst>
          </p:cNvPr>
          <p:cNvSpPr txBox="1"/>
          <p:nvPr/>
        </p:nvSpPr>
        <p:spPr>
          <a:xfrm>
            <a:off x="9009807" y="4692093"/>
            <a:ext cx="215237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>
                <a:solidFill>
                  <a:schemeClr val="bg1"/>
                </a:solidFill>
                <a:ea typeface="游ゴシック"/>
              </a:rPr>
              <a:t>Player.cppの呼び出し部分の写真</a:t>
            </a:r>
            <a:endParaRPr lang="ja-JP" altLang="en-US" sz="2400" dirty="0">
              <a:solidFill>
                <a:schemeClr val="bg1"/>
              </a:solidFill>
              <a:ea typeface="游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2352901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8">
            <a:extLst>
              <a:ext uri="{FF2B5EF4-FFF2-40B4-BE49-F238E27FC236}">
                <a16:creationId xmlns:a16="http://schemas.microsoft.com/office/drawing/2014/main" id="{97BBC640-A06E-E007-9B08-853C8E292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58EFB3-9A7E-49FD-025F-4C3288F227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680" y="863571"/>
            <a:ext cx="11530640" cy="849224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  <a:ea typeface="游ゴシック Light"/>
              </a:rPr>
              <a:t>【</a:t>
            </a:r>
            <a:r>
              <a:rPr lang="ja-JP" altLang="en-US" sz="4800">
                <a:solidFill>
                  <a:schemeClr val="bg1"/>
                </a:solidFill>
                <a:ea typeface="游ゴシック Light"/>
              </a:rPr>
              <a:t>アピール：</a:t>
            </a:r>
            <a:r>
              <a:rPr lang="en-US" altLang="ja-JP" sz="4800" dirty="0">
                <a:solidFill>
                  <a:schemeClr val="bg1"/>
                </a:solidFill>
                <a:ea typeface="+mj-lt"/>
                <a:cs typeface="+mj-lt"/>
              </a:rPr>
              <a:t>CPU</a:t>
            </a:r>
            <a:r>
              <a:rPr lang="ja-JP" altLang="en-US" sz="4800">
                <a:solidFill>
                  <a:schemeClr val="bg1"/>
                </a:solidFill>
                <a:ea typeface="+mj-lt"/>
                <a:cs typeface="+mj-lt"/>
              </a:rPr>
              <a:t>の思考</a:t>
            </a:r>
            <a:r>
              <a:rPr lang="en-US" altLang="ja-JP" sz="4800" dirty="0">
                <a:solidFill>
                  <a:schemeClr val="bg1"/>
                </a:solidFill>
                <a:ea typeface="+mj-lt"/>
                <a:cs typeface="+mj-lt"/>
              </a:rPr>
              <a:t>AI</a:t>
            </a:r>
            <a:r>
              <a:rPr lang="ja-JP" altLang="en-US" sz="4800">
                <a:solidFill>
                  <a:schemeClr val="bg1"/>
                </a:solidFill>
                <a:ea typeface="+mj-lt"/>
                <a:cs typeface="+mj-lt"/>
              </a:rPr>
              <a:t>と行動制御</a:t>
            </a:r>
            <a:r>
              <a:rPr lang="en-US" sz="4800" dirty="0">
                <a:solidFill>
                  <a:schemeClr val="bg1"/>
                </a:solidFill>
                <a:ea typeface="游ゴシック Light"/>
              </a:rPr>
              <a:t>】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4D736B-89AF-ED44-FF58-AC1E2C735A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680" y="1718604"/>
            <a:ext cx="7332453" cy="479002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sz="2000" dirty="0">
                <a:solidFill>
                  <a:schemeClr val="bg1"/>
                </a:solidFill>
                <a:latin typeface="Consolas"/>
              </a:rPr>
              <a:t>「CPU.cpp</a:t>
            </a:r>
            <a:r>
              <a:rPr lang="ja-JP" altLang="en-US" sz="2000">
                <a:solidFill>
                  <a:schemeClr val="bg1"/>
                </a:solidFill>
                <a:latin typeface="Consolas"/>
                <a:ea typeface="+mn-lt"/>
                <a:cs typeface="+mn-lt"/>
              </a:rPr>
              <a:t>」</a:t>
            </a:r>
            <a:r>
              <a:rPr lang="ja-JP" altLang="en-US" sz="2000">
                <a:solidFill>
                  <a:schemeClr val="bg1"/>
                </a:solidFill>
                <a:ea typeface="+mn-lt"/>
                <a:cs typeface="+mn-lt"/>
              </a:rPr>
              <a:t>では、プレイヤーキャラクターとは別に動作する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CPU</a:t>
            </a:r>
            <a:r>
              <a:rPr lang="ja-JP" altLang="en-US" sz="2000">
                <a:solidFill>
                  <a:schemeClr val="bg1"/>
                </a:solidFill>
                <a:ea typeface="+mn-lt"/>
                <a:cs typeface="+mn-lt"/>
              </a:rPr>
              <a:t>（敵キャラ）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ja-JP" altLang="en-US" sz="2000">
                <a:solidFill>
                  <a:schemeClr val="bg1"/>
                </a:solidFill>
                <a:ea typeface="+mn-lt"/>
                <a:cs typeface="+mn-lt"/>
              </a:rPr>
              <a:t>を実装しました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。</a:t>
            </a:r>
          </a:p>
          <a:p>
            <a:pPr algn="l"/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CPU</a:t>
            </a:r>
            <a:r>
              <a:rPr lang="ja-JP" altLang="en-US">
                <a:solidFill>
                  <a:schemeClr val="bg1"/>
                </a:solidFill>
                <a:ea typeface="+mn-lt"/>
                <a:cs typeface="+mn-lt"/>
              </a:rPr>
              <a:t>の行動までの流れは、</a:t>
            </a: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pPr algn="l"/>
            <a:r>
              <a:rPr lang="en-US" sz="1800">
                <a:solidFill>
                  <a:schemeClr val="bg1"/>
                </a:solidFill>
                <a:ea typeface="+mn-lt"/>
                <a:cs typeface="+mn-lt"/>
              </a:rPr>
              <a:t> 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1) </a:t>
            </a:r>
            <a:r>
              <a:rPr lang="en-US" sz="2000" err="1">
                <a:solidFill>
                  <a:schemeClr val="bg1"/>
                </a:solidFill>
                <a:ea typeface="+mn-lt"/>
                <a:cs typeface="+mn-lt"/>
              </a:rPr>
              <a:t>UpdateWAITCombat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()</a:t>
            </a:r>
          </a:p>
          <a:p>
            <a:pPr algn="l"/>
            <a:r>
              <a:rPr lang="en-US" sz="1800" dirty="0">
                <a:solidFill>
                  <a:schemeClr val="bg1"/>
                </a:solidFill>
                <a:ea typeface="游ゴシック" panose="020F0502020204030204"/>
              </a:rPr>
              <a:t>   ➣</a:t>
            </a:r>
            <a:r>
              <a:rPr lang="en-US" sz="1800" dirty="0">
                <a:solidFill>
                  <a:schemeClr val="bg1"/>
                </a:solidFill>
                <a:ea typeface="+mn-lt"/>
                <a:cs typeface="+mn-lt"/>
              </a:rPr>
              <a:t> AI</a:t>
            </a:r>
            <a:r>
              <a:rPr lang="ja-JP" altLang="en-US" sz="1800">
                <a:solidFill>
                  <a:schemeClr val="bg1"/>
                </a:solidFill>
                <a:ea typeface="+mn-lt"/>
                <a:cs typeface="+mn-lt"/>
              </a:rPr>
              <a:t>の思考フェーズ</a:t>
            </a:r>
            <a:endParaRPr lang="en-US" sz="1800" dirty="0">
              <a:solidFill>
                <a:schemeClr val="bg1"/>
              </a:solidFill>
              <a:ea typeface="游ゴシック" panose="020F0502020204030204"/>
            </a:endParaRPr>
          </a:p>
          <a:p>
            <a:pPr algn="l"/>
            <a:r>
              <a:rPr lang="en-US" sz="1800">
                <a:solidFill>
                  <a:schemeClr val="bg1"/>
                </a:solidFill>
                <a:ea typeface="游ゴシック" panose="020F0502020204030204"/>
              </a:rPr>
              <a:t> </a:t>
            </a:r>
            <a:r>
              <a:rPr lang="en-US" sz="2000" dirty="0">
                <a:solidFill>
                  <a:schemeClr val="bg1"/>
                </a:solidFill>
                <a:ea typeface="游ゴシック" panose="020F0502020204030204"/>
              </a:rPr>
              <a:t>2) </a:t>
            </a:r>
            <a:r>
              <a:rPr lang="en-US" sz="2000" err="1">
                <a:solidFill>
                  <a:schemeClr val="bg1"/>
                </a:solidFill>
                <a:ea typeface="+mn-lt"/>
                <a:cs typeface="+mn-lt"/>
              </a:rPr>
              <a:t>UpdateDice</a:t>
            </a:r>
            <a:r>
              <a:rPr lang="en-US" sz="2000" dirty="0">
                <a:solidFill>
                  <a:schemeClr val="bg1"/>
                </a:solidFill>
                <a:ea typeface="+mn-lt"/>
                <a:cs typeface="+mn-lt"/>
              </a:rPr>
              <a:t>()</a:t>
            </a:r>
          </a:p>
          <a:p>
            <a:pPr algn="l"/>
            <a:r>
              <a:rPr lang="en-US" sz="1800" dirty="0">
                <a:solidFill>
                  <a:schemeClr val="bg1"/>
                </a:solidFill>
                <a:ea typeface="游ゴシック" panose="020F0502020204030204"/>
              </a:rPr>
              <a:t>   ➣</a:t>
            </a:r>
            <a:r>
              <a:rPr lang="en-US" altLang="ja-JP" sz="1800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ja-JP" altLang="en-US" sz="1800">
                <a:solidFill>
                  <a:schemeClr val="bg1"/>
                </a:solidFill>
                <a:ea typeface="+mn-lt"/>
                <a:cs typeface="+mn-lt"/>
              </a:rPr>
              <a:t>行動確率テーブルを参照するための乱数</a:t>
            </a:r>
            <a:endParaRPr lang="en-US" sz="1800" dirty="0">
              <a:solidFill>
                <a:schemeClr val="bg1"/>
              </a:solidFill>
              <a:ea typeface="游ゴシック" panose="020F0502020204030204"/>
            </a:endParaRPr>
          </a:p>
          <a:p>
            <a:pPr algn="l"/>
            <a:r>
              <a:rPr lang="en-US" sz="1800">
                <a:solidFill>
                  <a:schemeClr val="bg1"/>
                </a:solidFill>
                <a:ea typeface="游ゴシック" panose="020F0502020204030204"/>
              </a:rPr>
              <a:t> </a:t>
            </a:r>
            <a:r>
              <a:rPr lang="en-US" sz="2000" dirty="0">
                <a:solidFill>
                  <a:schemeClr val="bg1"/>
                </a:solidFill>
                <a:ea typeface="游ゴシック" panose="020F0502020204030204"/>
              </a:rPr>
              <a:t>3) </a:t>
            </a:r>
            <a:r>
              <a:rPr lang="ja-JP" altLang="en-US" sz="2000">
                <a:solidFill>
                  <a:schemeClr val="bg1"/>
                </a:solidFill>
                <a:ea typeface="+mn-lt"/>
                <a:cs typeface="+mn-lt"/>
              </a:rPr>
              <a:t>戦闘距離別の処理</a:t>
            </a:r>
          </a:p>
          <a:p>
            <a:pPr algn="l"/>
            <a:r>
              <a:rPr lang="ja-JP" altLang="en-US" sz="1800">
                <a:solidFill>
                  <a:schemeClr val="bg1"/>
                </a:solidFill>
                <a:ea typeface="游ゴシック" panose="020F0502020204030204"/>
              </a:rPr>
              <a:t>   ➣ </a:t>
            </a:r>
            <a:r>
              <a:rPr lang="ja-JP" sz="1800">
                <a:solidFill>
                  <a:schemeClr val="bg1"/>
                </a:solidFill>
                <a:ea typeface="+mn-lt"/>
                <a:cs typeface="+mn-lt"/>
              </a:rPr>
              <a:t>行動を分岐。</a:t>
            </a:r>
            <a:r>
              <a:rPr lang="ja-JP" altLang="en-US" sz="1800">
                <a:solidFill>
                  <a:schemeClr val="bg1"/>
                </a:solidFill>
                <a:ea typeface="+mn-lt"/>
                <a:cs typeface="+mn-lt"/>
              </a:rPr>
              <a:t>さらに細かく分岐</a:t>
            </a:r>
          </a:p>
          <a:p>
            <a:pPr marL="1200150" lvl="2" indent="-285750" algn="l">
              <a:buFont typeface="Wingdings" panose="020B0604020202020204" pitchFamily="34" charset="0"/>
              <a:buChar char="§"/>
            </a:pPr>
            <a:r>
              <a:rPr lang="ja-JP" altLang="en-US" sz="1600" dirty="0">
                <a:solidFill>
                  <a:schemeClr val="bg1"/>
                </a:solidFill>
                <a:ea typeface="游ゴシック" panose="020F0502020204030204"/>
              </a:rPr>
              <a:t> </a:t>
            </a:r>
            <a:r>
              <a:rPr lang="ja-JP" sz="1600">
                <a:solidFill>
                  <a:schemeClr val="bg1"/>
                </a:solidFill>
                <a:ea typeface="+mn-lt"/>
                <a:cs typeface="+mn-lt"/>
              </a:rPr>
              <a:t>移動なら → </a:t>
            </a:r>
            <a:r>
              <a:rPr lang="ja-JP" sz="1600">
                <a:solidFill>
                  <a:schemeClr val="bg1"/>
                </a:solidFill>
                <a:latin typeface="Consolas"/>
                <a:ea typeface="游ゴシック" panose="020F0502020204030204"/>
              </a:rPr>
              <a:t>UpdateMove()</a:t>
            </a:r>
            <a:endParaRPr lang="ja-JP" altLang="en-US" sz="1600" dirty="0">
              <a:solidFill>
                <a:schemeClr val="bg1"/>
              </a:solidFill>
              <a:ea typeface="游ゴシック" panose="020F0502020204030204"/>
            </a:endParaRPr>
          </a:p>
          <a:p>
            <a:pPr marL="1200150" lvl="2" indent="-285750" algn="l">
              <a:buFont typeface="Wingdings" panose="020B0604020202020204" pitchFamily="34" charset="0"/>
              <a:buChar char="§"/>
            </a:pPr>
            <a:r>
              <a:rPr lang="ja-JP" sz="1600">
                <a:solidFill>
                  <a:schemeClr val="bg1"/>
                </a:solidFill>
                <a:ea typeface="+mn-lt"/>
                <a:cs typeface="+mn-lt"/>
              </a:rPr>
              <a:t>攻撃なら → </a:t>
            </a:r>
            <a:r>
              <a:rPr lang="ja-JP" sz="1600">
                <a:solidFill>
                  <a:schemeClr val="bg1"/>
                </a:solidFill>
                <a:latin typeface="Consolas"/>
                <a:ea typeface="游ゴシック" panose="020F0502020204030204"/>
              </a:rPr>
              <a:t>UpdateAttack()</a:t>
            </a:r>
            <a:endParaRPr lang="ja-JP" sz="1600">
              <a:solidFill>
                <a:schemeClr val="bg1"/>
              </a:solidFill>
              <a:ea typeface="游ゴシック"/>
            </a:endParaRPr>
          </a:p>
          <a:p>
            <a:pPr marL="1200150" lvl="2" indent="-285750" algn="l">
              <a:buFont typeface="Wingdings" panose="020B0604020202020204" pitchFamily="34" charset="0"/>
              <a:buChar char="§"/>
            </a:pPr>
            <a:r>
              <a:rPr lang="ja-JP" sz="1600">
                <a:solidFill>
                  <a:schemeClr val="bg1"/>
                </a:solidFill>
                <a:ea typeface="+mn-lt"/>
                <a:cs typeface="+mn-lt"/>
              </a:rPr>
              <a:t>ガードなら → </a:t>
            </a:r>
            <a:r>
              <a:rPr lang="ja-JP" sz="1600">
                <a:solidFill>
                  <a:schemeClr val="bg1"/>
                </a:solidFill>
                <a:latin typeface="Consolas"/>
                <a:ea typeface="游ゴシック" panose="020F0502020204030204"/>
              </a:rPr>
              <a:t>UpdateGuard()</a:t>
            </a:r>
            <a:endParaRPr lang="ja-JP" sz="1600">
              <a:solidFill>
                <a:schemeClr val="bg1"/>
              </a:solidFill>
              <a:ea typeface="游ゴシック"/>
            </a:endParaRPr>
          </a:p>
          <a:p>
            <a:pPr algn="l"/>
            <a:endParaRPr lang="ja-JP" altLang="en-US" dirty="0">
              <a:solidFill>
                <a:schemeClr val="bg1"/>
              </a:solidFill>
              <a:ea typeface="游ゴシック" panose="020F050202020403020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94E749-9FB2-FDD5-E7B7-E642FE115D89}"/>
              </a:ext>
            </a:extLst>
          </p:cNvPr>
          <p:cNvSpPr/>
          <p:nvPr/>
        </p:nvSpPr>
        <p:spPr>
          <a:xfrm>
            <a:off x="463176" y="2779058"/>
            <a:ext cx="5528235" cy="3242235"/>
          </a:xfrm>
          <a:prstGeom prst="flowChartProcess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A2FEEE-7EFE-B900-59CC-FC814EFD8B6D}"/>
              </a:ext>
            </a:extLst>
          </p:cNvPr>
          <p:cNvSpPr txBox="1"/>
          <p:nvPr/>
        </p:nvSpPr>
        <p:spPr>
          <a:xfrm>
            <a:off x="8321670" y="2458246"/>
            <a:ext cx="253577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>
                <a:solidFill>
                  <a:schemeClr val="bg1"/>
                </a:solidFill>
                <a:ea typeface="游ゴシック"/>
              </a:rPr>
              <a:t>UpdateWAITCombat()の写真</a:t>
            </a:r>
            <a:endParaRPr lang="ja-JP" altLang="en-US" dirty="0">
              <a:solidFill>
                <a:schemeClr val="bg1"/>
              </a:solidFill>
              <a:ea typeface="游ゴシック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D61AC8-7ED0-87CC-7319-0733A6CB71F6}"/>
              </a:ext>
            </a:extLst>
          </p:cNvPr>
          <p:cNvSpPr txBox="1"/>
          <p:nvPr/>
        </p:nvSpPr>
        <p:spPr>
          <a:xfrm>
            <a:off x="8321669" y="4600472"/>
            <a:ext cx="273705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ja-JP" altLang="en-US">
                <a:solidFill>
                  <a:schemeClr val="bg1"/>
                </a:solidFill>
                <a:ea typeface="游ゴシック"/>
              </a:rPr>
              <a:t>Switch()のコードの写真</a:t>
            </a:r>
            <a:endParaRPr lang="ja-JP" altLang="en-US" dirty="0">
              <a:solidFill>
                <a:schemeClr val="bg1"/>
              </a:solidFill>
              <a:ea typeface="游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2264894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8">
            <a:extLst>
              <a:ext uri="{FF2B5EF4-FFF2-40B4-BE49-F238E27FC236}">
                <a16:creationId xmlns:a16="http://schemas.microsoft.com/office/drawing/2014/main" id="{E037A573-C913-A590-F97A-E29A6D66B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E0EFE3-B4E8-BDD5-E9E2-E8D7966115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67F2EC-0245-9C07-A58F-F9A6579616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1868734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728</Words>
  <Application>Microsoft Office PowerPoint</Application>
  <PresentationFormat>Widescreen</PresentationFormat>
  <Paragraphs>132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テーマ</vt:lpstr>
      <vt:lpstr>　</vt:lpstr>
      <vt:lpstr>【ゲーム内容】  プレイヤーはメカキャラクターを操作して1対1で戦う2D格闘ゲームです。 攻撃は「パンチ（弱・中・強）」と「キック（弱・中・強）」の全6種類　　　があり、攻撃の強さによって威力や発生速度が変化します。 相手のHPを0にすると勝利となります。 キャラクターは1種類のみですが、攻撃の組み合わせや距離の取り方で多彩な戦い方ができます。 HPバーは画面上部に固定表示され、操作のテンポや打撃感を重視したバトルを目指しました。</vt:lpstr>
      <vt:lpstr>【キーボード操作方法】</vt:lpstr>
      <vt:lpstr>【ゲームパッド操作方法】</vt:lpstr>
      <vt:lpstr>【コード一覧】</vt:lpstr>
      <vt:lpstr>【アピール：当たり判定】</vt:lpstr>
      <vt:lpstr>【苦労した点】</vt:lpstr>
      <vt:lpstr>【コード進化：Player.cpp → Character.cpp】</vt:lpstr>
      <vt:lpstr>【アピール：CPUの思考AIと行動制御】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仕様書</dc:title>
  <dc:creator>student</dc:creator>
  <cp:lastModifiedBy>student</cp:lastModifiedBy>
  <cp:revision>360</cp:revision>
  <dcterms:created xsi:type="dcterms:W3CDTF">2025-02-14T05:54:00Z</dcterms:created>
  <dcterms:modified xsi:type="dcterms:W3CDTF">2025-12-18T18:26:18Z</dcterms:modified>
</cp:coreProperties>
</file>